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4"/>
  </p:sldMasterIdLst>
  <p:notesMasterIdLst>
    <p:notesMasterId r:id="rId14"/>
  </p:notesMasterIdLst>
  <p:handoutMasterIdLst>
    <p:handoutMasterId r:id="rId15"/>
  </p:handoutMasterIdLst>
  <p:sldIdLst>
    <p:sldId id="2147481119" r:id="rId5"/>
    <p:sldId id="2147481774" r:id="rId6"/>
    <p:sldId id="2147481777" r:id="rId7"/>
    <p:sldId id="2147481776" r:id="rId8"/>
    <p:sldId id="2147481783" r:id="rId9"/>
    <p:sldId id="2147481786" r:id="rId10"/>
    <p:sldId id="2147481785" r:id="rId11"/>
    <p:sldId id="2147481787" r:id="rId12"/>
    <p:sldId id="2147481782" r:id="rId13"/>
  </p:sldIdLst>
  <p:sldSz cx="9906000" cy="6858000" type="A4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DF494B-6271-0E90-F6C3-5AC391A03874}" name="Moon, JeMin (AIA+ Phase2)" initials="MP" userId="S::jemin.moon@aia.com::e2e28800-280d-4e64-bac2-ece59494a500" providerId="AD"/>
  <p188:author id="{03161E6F-56B2-9BCE-1BAC-6CBFD091A0E4}" name="Park, SoHee" initials="PS" userId="S::sohee.park@aia.com::3a6363ed-c8bb-4908-b7d4-9ba019931e31" providerId="AD"/>
  <p188:author id="{112BFC74-FAE7-AF9B-430D-9F28D8C21EE8}" name="Yang, YoonShinn" initials="YY" userId="S::yoonshinn.yang@aia.com::60eee18f-880a-4b62-b717-0a00c5c45405" providerId="AD"/>
  <p188:author id="{D00BAF94-AF39-A9C4-B4DF-655FF5AAD048}" name="Lee, JunYoung" initials="JL" userId="S::Junyoung.Lee@aia.com::34519606-861c-45f8-91a4-b32c09dbdff8" providerId="AD"/>
  <p188:author id="{0D09A2A2-643E-819D-A8D7-53611C2B8138}" name="Lee, Christian" initials="LC" userId="S::christian.lee@aia.com::beb5ba64-ba5f-448b-9039-d0521220b1cb" providerId="AD"/>
  <p188:author id="{B3BF23B4-86BC-6988-E9C3-3132DB7258F2}" name="Lee, HyeonSang (AIA PLUS)" initials="HL" userId="S::HyeonSang.Lee@aia.com::982f69a2-692b-4d59-b5c3-8841a40ef2ad" providerId="AD"/>
  <p188:author id="{19A036DC-4E9F-7477-BE7F-47D18FDF05EA}" name="Shin, DongWoon (AIA+ Phase2)" initials="" userId="S::DongWoon.Shin@aia.com::1643a3f6-57c9-43b0-a6bd-ca50c80a8e5c" providerId="AD"/>
  <p188:author id="{1652CCF9-DFA1-C70F-DC3E-6FB16A986396}" name="Shin, HyeSun" initials="SH" userId="S::hyesun.shin@aia.com::6bbac3f1-32fa-4474-ba67-b07bf7f9bd5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현상" initials="현이" lastIdx="4" clrIdx="0">
    <p:extLst>
      <p:ext uri="{19B8F6BF-5375-455C-9EA6-DF929625EA0E}">
        <p15:presenceInfo xmlns:p15="http://schemas.microsoft.com/office/powerpoint/2012/main" userId="S::hslee0827@kico.co.kr::c84a91f6-e58d-42dc-8f48-dacc9c035e4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EEA5B9"/>
    <a:srgbClr val="BDD7EE"/>
    <a:srgbClr val="D31145"/>
    <a:srgbClr val="006600"/>
    <a:srgbClr val="F5D2DD"/>
    <a:srgbClr val="E36687"/>
    <a:srgbClr val="F6CFDA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26" autoAdjust="0"/>
  </p:normalViewPr>
  <p:slideViewPr>
    <p:cSldViewPr snapToGrid="0">
      <p:cViewPr varScale="1">
        <p:scale>
          <a:sx n="98" d="100"/>
          <a:sy n="98" d="100"/>
        </p:scale>
        <p:origin x="56" y="-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40EA956-F065-3607-C693-789761ED91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875202-2561-6CDB-C790-FE4E87F77F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BC7AD66-40B0-4B3E-A264-F7EF424890B8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036B97-A77C-B079-D382-7681E7642F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FC9ACD-71A3-39D7-404D-C30CB8D725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C71EB62-807C-420D-AEC9-3366A9E70A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9947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D399467-3221-419D-8CC4-E39D1B546B7A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200150"/>
            <a:ext cx="46799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958760C-F612-47F2-81E7-D1D812C96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81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82675" y="1303338"/>
            <a:ext cx="5084763" cy="35194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5355">
              <a:defRPr/>
            </a:pPr>
            <a:fld id="{16796698-7FDD-433B-AD6E-058BD7FB58CA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5355">
                <a:defRPr/>
              </a:pPr>
              <a:t>1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3327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 </a:t>
            </a:r>
            <a:r>
              <a:rPr lang="en-US" altLang="ko-KR" dirty="0"/>
              <a:t>Judge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본사 프롬프트 지원 필요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체감 지표 수립 필요</a:t>
            </a:r>
            <a:endParaRPr lang="en-US" altLang="ko-KR" dirty="0"/>
          </a:p>
          <a:p>
            <a:r>
              <a:rPr lang="en-US" altLang="ko-KR" dirty="0"/>
              <a:t>RAGAS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답변 적합성 </a:t>
            </a:r>
            <a:r>
              <a:rPr lang="en-US" altLang="ko-KR" dirty="0"/>
              <a:t>-&gt; </a:t>
            </a:r>
            <a:r>
              <a:rPr lang="ko-KR" altLang="en-US" dirty="0"/>
              <a:t>프롬프트 수정 </a:t>
            </a:r>
            <a:r>
              <a:rPr lang="en-US" altLang="ko-KR" dirty="0"/>
              <a:t>-&gt; </a:t>
            </a:r>
            <a:r>
              <a:rPr lang="ko-KR" altLang="en-US" dirty="0"/>
              <a:t>체감 지표 달성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8760C-F612-47F2-81E7-D1D812C9638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493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4A4A-C33E-E523-2137-957076B2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D8425C-182E-A377-0854-F555A9FDC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40608B-9BBB-B680-F8E7-4B58DDA17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도메인 분류 품질 테스트 </a:t>
            </a:r>
            <a:r>
              <a:rPr lang="en-US" altLang="ko-KR" dirty="0"/>
              <a:t>: </a:t>
            </a:r>
            <a:r>
              <a:rPr lang="ko-KR" altLang="en-US" dirty="0" err="1"/>
              <a:t>시스템프롬프트만</a:t>
            </a:r>
            <a:r>
              <a:rPr lang="ko-KR" altLang="en-US" dirty="0"/>
              <a:t> 활용해서 </a:t>
            </a:r>
            <a:r>
              <a:rPr lang="en-US" altLang="ko-KR" dirty="0"/>
              <a:t>Top-1 80%, Top-3 97%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영역별 수치화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 err="1">
                <a:sym typeface="Wingdings" panose="05000000000000000000" pitchFamily="2" charset="2"/>
              </a:rPr>
              <a:t>답변셋</a:t>
            </a:r>
            <a:r>
              <a:rPr lang="ko-KR" altLang="en-US" dirty="0">
                <a:sym typeface="Wingdings" panose="05000000000000000000" pitchFamily="2" charset="2"/>
              </a:rPr>
              <a:t> 데이터 요청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CBT -&gt; KLMMU, </a:t>
            </a:r>
            <a:r>
              <a:rPr lang="ko-KR" altLang="en-US" dirty="0"/>
              <a:t>범용데이터 준비 진행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D2D693-7B29-9FA9-4D8E-1B993B26E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8760C-F612-47F2-81E7-D1D812C9638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322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답변셋</a:t>
            </a:r>
            <a:r>
              <a:rPr lang="ko-KR" altLang="en-US" dirty="0"/>
              <a:t> 데이터 요청 필요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8760C-F612-47F2-81E7-D1D812C9638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922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9E92-9A73-A9BE-4877-25948BB5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97213A-6349-E063-00C4-68DDC7553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5A76D2-F7D6-CFB1-155F-30D1C1C3D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도메인 분류 품질 테스트 </a:t>
            </a:r>
            <a:r>
              <a:rPr lang="en-US" altLang="ko-KR" dirty="0"/>
              <a:t>: </a:t>
            </a:r>
            <a:r>
              <a:rPr lang="ko-KR" altLang="en-US" dirty="0" err="1"/>
              <a:t>시스템프롬프트만</a:t>
            </a:r>
            <a:r>
              <a:rPr lang="ko-KR" altLang="en-US" dirty="0"/>
              <a:t> 활용해서 </a:t>
            </a:r>
            <a:r>
              <a:rPr lang="en-US" altLang="ko-KR" dirty="0"/>
              <a:t>Top-1 80%, Top-3 97%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영역별 수치화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 err="1">
                <a:sym typeface="Wingdings" panose="05000000000000000000" pitchFamily="2" charset="2"/>
              </a:rPr>
              <a:t>답변셋</a:t>
            </a:r>
            <a:r>
              <a:rPr lang="ko-KR" altLang="en-US" dirty="0">
                <a:sym typeface="Wingdings" panose="05000000000000000000" pitchFamily="2" charset="2"/>
              </a:rPr>
              <a:t> 데이터 요청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CBT -&gt; KLMMU, </a:t>
            </a:r>
            <a:r>
              <a:rPr lang="ko-KR" altLang="en-US" dirty="0"/>
              <a:t>범용데이터 준비 진행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A0F552-C033-9F1F-0A8A-330951DBC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8760C-F612-47F2-81E7-D1D812C9638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948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C8B2D97-7482-B047-9B05-E59F4C8D454C}"/>
              </a:ext>
            </a:extLst>
          </p:cNvPr>
          <p:cNvGrpSpPr/>
          <p:nvPr userDrawn="1"/>
        </p:nvGrpSpPr>
        <p:grpSpPr>
          <a:xfrm>
            <a:off x="0" y="-5486"/>
            <a:ext cx="9906000" cy="6863486"/>
            <a:chOff x="0" y="-5486"/>
            <a:chExt cx="12192000" cy="68634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65177B-4800-6A4D-ACF1-A60D3E364849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3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F4AB8107-860B-CD4F-9FC2-3EAC6C28038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2546" r="5124"/>
            <a:stretch/>
          </p:blipFill>
          <p:spPr>
            <a:xfrm>
              <a:off x="624742" y="-5486"/>
              <a:ext cx="11567258" cy="6683445"/>
            </a:xfrm>
            <a:prstGeom prst="rect">
              <a:avLst/>
            </a:prstGeom>
          </p:spPr>
        </p:pic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7418E04C-6267-3C40-8045-E595A3F20D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500" y="3601226"/>
            <a:ext cx="41275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488"/>
              </a:spcBef>
              <a:buNone/>
              <a:defRPr sz="1138">
                <a:solidFill>
                  <a:schemeClr val="bg1"/>
                </a:solidFill>
              </a:defRPr>
            </a:lvl1pPr>
            <a:lvl2pPr marL="371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1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85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57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28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00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71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date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CC8A58C-864F-7041-A6F9-451CDBB94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2500" y="2160000"/>
            <a:ext cx="43875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3900">
                <a:solidFill>
                  <a:schemeClr val="bg1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Title of Presentation</a:t>
            </a:r>
          </a:p>
        </p:txBody>
      </p:sp>
      <p:sp>
        <p:nvSpPr>
          <p:cNvPr id="18" name="Trapezoid 5">
            <a:extLst>
              <a:ext uri="{FF2B5EF4-FFF2-40B4-BE49-F238E27FC236}">
                <a16:creationId xmlns:a16="http://schemas.microsoft.com/office/drawing/2014/main" id="{2D70B633-359E-094E-8547-ABD066006107}"/>
              </a:ext>
            </a:extLst>
          </p:cNvPr>
          <p:cNvSpPr/>
          <p:nvPr userDrawn="1"/>
        </p:nvSpPr>
        <p:spPr>
          <a:xfrm>
            <a:off x="5149056" y="1493839"/>
            <a:ext cx="4767750" cy="5369646"/>
          </a:xfrm>
          <a:custGeom>
            <a:avLst/>
            <a:gdLst>
              <a:gd name="connsiteX0" fmla="*/ 0 w 3508169"/>
              <a:gd name="connsiteY0" fmla="*/ 3543337 h 3543337"/>
              <a:gd name="connsiteX1" fmla="*/ 877042 w 3508169"/>
              <a:gd name="connsiteY1" fmla="*/ 0 h 3543337"/>
              <a:gd name="connsiteX2" fmla="*/ 2631127 w 3508169"/>
              <a:gd name="connsiteY2" fmla="*/ 0 h 3543337"/>
              <a:gd name="connsiteX3" fmla="*/ 3508169 w 3508169"/>
              <a:gd name="connsiteY3" fmla="*/ 3543337 h 3543337"/>
              <a:gd name="connsiteX4" fmla="*/ 0 w 3508169"/>
              <a:gd name="connsiteY4" fmla="*/ 3543337 h 3543337"/>
              <a:gd name="connsiteX0" fmla="*/ 0 w 6086008"/>
              <a:gd name="connsiteY0" fmla="*/ 5470415 h 5470415"/>
              <a:gd name="connsiteX1" fmla="*/ 877042 w 6086008"/>
              <a:gd name="connsiteY1" fmla="*/ 1927078 h 5470415"/>
              <a:gd name="connsiteX2" fmla="*/ 6086008 w 6086008"/>
              <a:gd name="connsiteY2" fmla="*/ 0 h 5470415"/>
              <a:gd name="connsiteX3" fmla="*/ 3508169 w 6086008"/>
              <a:gd name="connsiteY3" fmla="*/ 5470415 h 5470415"/>
              <a:gd name="connsiteX4" fmla="*/ 0 w 6086008"/>
              <a:gd name="connsiteY4" fmla="*/ 5470415 h 5470415"/>
              <a:gd name="connsiteX0" fmla="*/ 0 w 6086008"/>
              <a:gd name="connsiteY0" fmla="*/ 5470415 h 5470415"/>
              <a:gd name="connsiteX1" fmla="*/ 877042 w 6086008"/>
              <a:gd name="connsiteY1" fmla="*/ 1927078 h 5470415"/>
              <a:gd name="connsiteX2" fmla="*/ 6086008 w 6086008"/>
              <a:gd name="connsiteY2" fmla="*/ 0 h 5470415"/>
              <a:gd name="connsiteX3" fmla="*/ 6057143 w 6086008"/>
              <a:gd name="connsiteY3" fmla="*/ 3419009 h 5470415"/>
              <a:gd name="connsiteX4" fmla="*/ 0 w 6086008"/>
              <a:gd name="connsiteY4" fmla="*/ 5470415 h 5470415"/>
              <a:gd name="connsiteX0" fmla="*/ 3048556 w 5208966"/>
              <a:gd name="connsiteY0" fmla="*/ 6607124 h 6607124"/>
              <a:gd name="connsiteX1" fmla="*/ 0 w 5208966"/>
              <a:gd name="connsiteY1" fmla="*/ 1927078 h 6607124"/>
              <a:gd name="connsiteX2" fmla="*/ 5208966 w 5208966"/>
              <a:gd name="connsiteY2" fmla="*/ 0 h 6607124"/>
              <a:gd name="connsiteX3" fmla="*/ 5180101 w 5208966"/>
              <a:gd name="connsiteY3" fmla="*/ 3419009 h 6607124"/>
              <a:gd name="connsiteX4" fmla="*/ 3048556 w 5208966"/>
              <a:gd name="connsiteY4" fmla="*/ 6607124 h 6607124"/>
              <a:gd name="connsiteX0" fmla="*/ 4833726 w 6994136"/>
              <a:gd name="connsiteY0" fmla="*/ 6607124 h 6607124"/>
              <a:gd name="connsiteX1" fmla="*/ 0 w 6994136"/>
              <a:gd name="connsiteY1" fmla="*/ 2193494 h 6607124"/>
              <a:gd name="connsiteX2" fmla="*/ 6994136 w 6994136"/>
              <a:gd name="connsiteY2" fmla="*/ 0 h 6607124"/>
              <a:gd name="connsiteX3" fmla="*/ 6965271 w 6994136"/>
              <a:gd name="connsiteY3" fmla="*/ 3419009 h 6607124"/>
              <a:gd name="connsiteX4" fmla="*/ 4833726 w 6994136"/>
              <a:gd name="connsiteY4" fmla="*/ 6607124 h 6607124"/>
              <a:gd name="connsiteX0" fmla="*/ 4833726 w 6994136"/>
              <a:gd name="connsiteY0" fmla="*/ 6607124 h 6607124"/>
              <a:gd name="connsiteX1" fmla="*/ 1405487 w 6994136"/>
              <a:gd name="connsiteY1" fmla="*/ 3490053 h 6607124"/>
              <a:gd name="connsiteX2" fmla="*/ 0 w 6994136"/>
              <a:gd name="connsiteY2" fmla="*/ 2193494 h 6607124"/>
              <a:gd name="connsiteX3" fmla="*/ 6994136 w 6994136"/>
              <a:gd name="connsiteY3" fmla="*/ 0 h 6607124"/>
              <a:gd name="connsiteX4" fmla="*/ 6965271 w 6994136"/>
              <a:gd name="connsiteY4" fmla="*/ 3419009 h 6607124"/>
              <a:gd name="connsiteX5" fmla="*/ 4833726 w 6994136"/>
              <a:gd name="connsiteY5" fmla="*/ 6607124 h 6607124"/>
              <a:gd name="connsiteX0" fmla="*/ 4833726 w 6994136"/>
              <a:gd name="connsiteY0" fmla="*/ 6607124 h 6607124"/>
              <a:gd name="connsiteX1" fmla="*/ 4078801 w 6994136"/>
              <a:gd name="connsiteY1" fmla="*/ 6571601 h 6607124"/>
              <a:gd name="connsiteX2" fmla="*/ 0 w 6994136"/>
              <a:gd name="connsiteY2" fmla="*/ 2193494 h 6607124"/>
              <a:gd name="connsiteX3" fmla="*/ 6994136 w 6994136"/>
              <a:gd name="connsiteY3" fmla="*/ 0 h 6607124"/>
              <a:gd name="connsiteX4" fmla="*/ 6965271 w 6994136"/>
              <a:gd name="connsiteY4" fmla="*/ 3419009 h 6607124"/>
              <a:gd name="connsiteX5" fmla="*/ 4833726 w 6994136"/>
              <a:gd name="connsiteY5" fmla="*/ 6607124 h 6607124"/>
              <a:gd name="connsiteX0" fmla="*/ 4833726 w 6994136"/>
              <a:gd name="connsiteY0" fmla="*/ 6553841 h 6571601"/>
              <a:gd name="connsiteX1" fmla="*/ 4078801 w 6994136"/>
              <a:gd name="connsiteY1" fmla="*/ 6571601 h 6571601"/>
              <a:gd name="connsiteX2" fmla="*/ 0 w 6994136"/>
              <a:gd name="connsiteY2" fmla="*/ 2193494 h 6571601"/>
              <a:gd name="connsiteX3" fmla="*/ 6994136 w 6994136"/>
              <a:gd name="connsiteY3" fmla="*/ 0 h 6571601"/>
              <a:gd name="connsiteX4" fmla="*/ 6965271 w 6994136"/>
              <a:gd name="connsiteY4" fmla="*/ 3419009 h 6571601"/>
              <a:gd name="connsiteX5" fmla="*/ 4833726 w 6994136"/>
              <a:gd name="connsiteY5" fmla="*/ 6553841 h 6571601"/>
              <a:gd name="connsiteX0" fmla="*/ 4833726 w 6994136"/>
              <a:gd name="connsiteY0" fmla="*/ 6553841 h 6553841"/>
              <a:gd name="connsiteX1" fmla="*/ 4061039 w 6994136"/>
              <a:gd name="connsiteY1" fmla="*/ 6544959 h 6553841"/>
              <a:gd name="connsiteX2" fmla="*/ 0 w 6994136"/>
              <a:gd name="connsiteY2" fmla="*/ 2193494 h 6553841"/>
              <a:gd name="connsiteX3" fmla="*/ 6994136 w 6994136"/>
              <a:gd name="connsiteY3" fmla="*/ 0 h 6553841"/>
              <a:gd name="connsiteX4" fmla="*/ 6965271 w 6994136"/>
              <a:gd name="connsiteY4" fmla="*/ 3419009 h 6553841"/>
              <a:gd name="connsiteX5" fmla="*/ 4833726 w 6994136"/>
              <a:gd name="connsiteY5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0 w 7056306"/>
              <a:gd name="connsiteY2" fmla="*/ 2193494 h 6553841"/>
              <a:gd name="connsiteX3" fmla="*/ 7056306 w 7056306"/>
              <a:gd name="connsiteY3" fmla="*/ 0 h 6553841"/>
              <a:gd name="connsiteX4" fmla="*/ 7027441 w 7056306"/>
              <a:gd name="connsiteY4" fmla="*/ 3419009 h 6553841"/>
              <a:gd name="connsiteX5" fmla="*/ 4895896 w 7056306"/>
              <a:gd name="connsiteY5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197612 w 7056306"/>
              <a:gd name="connsiteY2" fmla="*/ 2397746 h 6553841"/>
              <a:gd name="connsiteX3" fmla="*/ 0 w 7056306"/>
              <a:gd name="connsiteY3" fmla="*/ 2193494 h 6553841"/>
              <a:gd name="connsiteX4" fmla="*/ 7056306 w 7056306"/>
              <a:gd name="connsiteY4" fmla="*/ 0 h 6553841"/>
              <a:gd name="connsiteX5" fmla="*/ 7027441 w 7056306"/>
              <a:gd name="connsiteY5" fmla="*/ 3419009 h 6553841"/>
              <a:gd name="connsiteX6" fmla="*/ 4895896 w 7056306"/>
              <a:gd name="connsiteY6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91034 w 7056306"/>
              <a:gd name="connsiteY2" fmla="*/ 2442148 h 6553841"/>
              <a:gd name="connsiteX3" fmla="*/ 0 w 7056306"/>
              <a:gd name="connsiteY3" fmla="*/ 2193494 h 6553841"/>
              <a:gd name="connsiteX4" fmla="*/ 7056306 w 7056306"/>
              <a:gd name="connsiteY4" fmla="*/ 0 h 6553841"/>
              <a:gd name="connsiteX5" fmla="*/ 7027441 w 7056306"/>
              <a:gd name="connsiteY5" fmla="*/ 3419009 h 6553841"/>
              <a:gd name="connsiteX6" fmla="*/ 4895896 w 7056306"/>
              <a:gd name="connsiteY6" fmla="*/ 6553841 h 6553841"/>
              <a:gd name="connsiteX0" fmla="*/ 4922142 w 7082552"/>
              <a:gd name="connsiteY0" fmla="*/ 6553841 h 6553841"/>
              <a:gd name="connsiteX1" fmla="*/ 4149455 w 7082552"/>
              <a:gd name="connsiteY1" fmla="*/ 6544959 h 6553841"/>
              <a:gd name="connsiteX2" fmla="*/ 117280 w 7082552"/>
              <a:gd name="connsiteY2" fmla="*/ 2442148 h 6553841"/>
              <a:gd name="connsiteX3" fmla="*/ 26246 w 7082552"/>
              <a:gd name="connsiteY3" fmla="*/ 2193494 h 6553841"/>
              <a:gd name="connsiteX4" fmla="*/ 7082552 w 7082552"/>
              <a:gd name="connsiteY4" fmla="*/ 0 h 6553841"/>
              <a:gd name="connsiteX5" fmla="*/ 7053687 w 7082552"/>
              <a:gd name="connsiteY5" fmla="*/ 3419009 h 6553841"/>
              <a:gd name="connsiteX6" fmla="*/ 4922142 w 7082552"/>
              <a:gd name="connsiteY6" fmla="*/ 6553841 h 6553841"/>
              <a:gd name="connsiteX0" fmla="*/ 4950971 w 7111381"/>
              <a:gd name="connsiteY0" fmla="*/ 6553841 h 6553841"/>
              <a:gd name="connsiteX1" fmla="*/ 4178284 w 7111381"/>
              <a:gd name="connsiteY1" fmla="*/ 6544959 h 6553841"/>
              <a:gd name="connsiteX2" fmla="*/ 146109 w 7111381"/>
              <a:gd name="connsiteY2" fmla="*/ 2442148 h 6553841"/>
              <a:gd name="connsiteX3" fmla="*/ 55075 w 7111381"/>
              <a:gd name="connsiteY3" fmla="*/ 2193494 h 6553841"/>
              <a:gd name="connsiteX4" fmla="*/ 7111381 w 7111381"/>
              <a:gd name="connsiteY4" fmla="*/ 0 h 6553841"/>
              <a:gd name="connsiteX5" fmla="*/ 7082516 w 7111381"/>
              <a:gd name="connsiteY5" fmla="*/ 3419009 h 6553841"/>
              <a:gd name="connsiteX6" fmla="*/ 4950971 w 7111381"/>
              <a:gd name="connsiteY6" fmla="*/ 6553841 h 6553841"/>
              <a:gd name="connsiteX0" fmla="*/ 4963653 w 7124063"/>
              <a:gd name="connsiteY0" fmla="*/ 6553841 h 6553841"/>
              <a:gd name="connsiteX1" fmla="*/ 4190966 w 7124063"/>
              <a:gd name="connsiteY1" fmla="*/ 6544959 h 6553841"/>
              <a:gd name="connsiteX2" fmla="*/ 158791 w 7124063"/>
              <a:gd name="connsiteY2" fmla="*/ 2442148 h 6553841"/>
              <a:gd name="connsiteX3" fmla="*/ 67757 w 7124063"/>
              <a:gd name="connsiteY3" fmla="*/ 2193494 h 6553841"/>
              <a:gd name="connsiteX4" fmla="*/ 7124063 w 7124063"/>
              <a:gd name="connsiteY4" fmla="*/ 0 h 6553841"/>
              <a:gd name="connsiteX5" fmla="*/ 7095198 w 7124063"/>
              <a:gd name="connsiteY5" fmla="*/ 3419009 h 6553841"/>
              <a:gd name="connsiteX6" fmla="*/ 4963653 w 7124063"/>
              <a:gd name="connsiteY6" fmla="*/ 6553841 h 6553841"/>
              <a:gd name="connsiteX0" fmla="*/ 4951680 w 7112090"/>
              <a:gd name="connsiteY0" fmla="*/ 6553841 h 6553841"/>
              <a:gd name="connsiteX1" fmla="*/ 4178993 w 7112090"/>
              <a:gd name="connsiteY1" fmla="*/ 6544959 h 6553841"/>
              <a:gd name="connsiteX2" fmla="*/ 146818 w 7112090"/>
              <a:gd name="connsiteY2" fmla="*/ 2442148 h 6553841"/>
              <a:gd name="connsiteX3" fmla="*/ 78234 w 7112090"/>
              <a:gd name="connsiteY3" fmla="*/ 2187080 h 6553841"/>
              <a:gd name="connsiteX4" fmla="*/ 7112090 w 7112090"/>
              <a:gd name="connsiteY4" fmla="*/ 0 h 6553841"/>
              <a:gd name="connsiteX5" fmla="*/ 7083225 w 7112090"/>
              <a:gd name="connsiteY5" fmla="*/ 3419009 h 6553841"/>
              <a:gd name="connsiteX6" fmla="*/ 4951680 w 7112090"/>
              <a:gd name="connsiteY6" fmla="*/ 6553841 h 6553841"/>
              <a:gd name="connsiteX0" fmla="*/ 4951680 w 7083225"/>
              <a:gd name="connsiteY0" fmla="*/ 6527921 h 6527921"/>
              <a:gd name="connsiteX1" fmla="*/ 4178993 w 7083225"/>
              <a:gd name="connsiteY1" fmla="*/ 6519039 h 6527921"/>
              <a:gd name="connsiteX2" fmla="*/ 146818 w 7083225"/>
              <a:gd name="connsiteY2" fmla="*/ 2416228 h 6527921"/>
              <a:gd name="connsiteX3" fmla="*/ 78234 w 7083225"/>
              <a:gd name="connsiteY3" fmla="*/ 2161160 h 6527921"/>
              <a:gd name="connsiteX4" fmla="*/ 7077534 w 7083225"/>
              <a:gd name="connsiteY4" fmla="*/ 0 h 6527921"/>
              <a:gd name="connsiteX5" fmla="*/ 7083225 w 7083225"/>
              <a:gd name="connsiteY5" fmla="*/ 3393089 h 6527921"/>
              <a:gd name="connsiteX6" fmla="*/ 4951680 w 7083225"/>
              <a:gd name="connsiteY6" fmla="*/ 6527921 h 6527921"/>
              <a:gd name="connsiteX0" fmla="*/ 4996130 w 7083225"/>
              <a:gd name="connsiteY0" fmla="*/ 6521571 h 6521571"/>
              <a:gd name="connsiteX1" fmla="*/ 4178993 w 7083225"/>
              <a:gd name="connsiteY1" fmla="*/ 6519039 h 6521571"/>
              <a:gd name="connsiteX2" fmla="*/ 146818 w 7083225"/>
              <a:gd name="connsiteY2" fmla="*/ 2416228 h 6521571"/>
              <a:gd name="connsiteX3" fmla="*/ 78234 w 7083225"/>
              <a:gd name="connsiteY3" fmla="*/ 2161160 h 6521571"/>
              <a:gd name="connsiteX4" fmla="*/ 7077534 w 7083225"/>
              <a:gd name="connsiteY4" fmla="*/ 0 h 6521571"/>
              <a:gd name="connsiteX5" fmla="*/ 7083225 w 7083225"/>
              <a:gd name="connsiteY5" fmla="*/ 3393089 h 6521571"/>
              <a:gd name="connsiteX6" fmla="*/ 4996130 w 7083225"/>
              <a:gd name="connsiteY6" fmla="*/ 6521571 h 6521571"/>
              <a:gd name="connsiteX0" fmla="*/ 4996130 w 7083225"/>
              <a:gd name="connsiteY0" fmla="*/ 6521571 h 6525389"/>
              <a:gd name="connsiteX1" fmla="*/ 4182168 w 7083225"/>
              <a:gd name="connsiteY1" fmla="*/ 6525389 h 6525389"/>
              <a:gd name="connsiteX2" fmla="*/ 146818 w 7083225"/>
              <a:gd name="connsiteY2" fmla="*/ 2416228 h 6525389"/>
              <a:gd name="connsiteX3" fmla="*/ 78234 w 7083225"/>
              <a:gd name="connsiteY3" fmla="*/ 2161160 h 6525389"/>
              <a:gd name="connsiteX4" fmla="*/ 7077534 w 7083225"/>
              <a:gd name="connsiteY4" fmla="*/ 0 h 6525389"/>
              <a:gd name="connsiteX5" fmla="*/ 7083225 w 7083225"/>
              <a:gd name="connsiteY5" fmla="*/ 3393089 h 6525389"/>
              <a:gd name="connsiteX6" fmla="*/ 4996130 w 7083225"/>
              <a:gd name="connsiteY6" fmla="*/ 6521571 h 6525389"/>
              <a:gd name="connsiteX0" fmla="*/ 4996130 w 7084961"/>
              <a:gd name="connsiteY0" fmla="*/ 6532712 h 6536530"/>
              <a:gd name="connsiteX1" fmla="*/ 4182168 w 7084961"/>
              <a:gd name="connsiteY1" fmla="*/ 6536530 h 6536530"/>
              <a:gd name="connsiteX2" fmla="*/ 146818 w 7084961"/>
              <a:gd name="connsiteY2" fmla="*/ 2427369 h 6536530"/>
              <a:gd name="connsiteX3" fmla="*/ 78234 w 7084961"/>
              <a:gd name="connsiteY3" fmla="*/ 2172301 h 6536530"/>
              <a:gd name="connsiteX4" fmla="*/ 7084961 w 7084961"/>
              <a:gd name="connsiteY4" fmla="*/ 0 h 6536530"/>
              <a:gd name="connsiteX5" fmla="*/ 7083225 w 7084961"/>
              <a:gd name="connsiteY5" fmla="*/ 3404230 h 6536530"/>
              <a:gd name="connsiteX6" fmla="*/ 4996130 w 7084961"/>
              <a:gd name="connsiteY6" fmla="*/ 6532712 h 6536530"/>
              <a:gd name="connsiteX0" fmla="*/ 5013784 w 7084961"/>
              <a:gd name="connsiteY0" fmla="*/ 6536242 h 6536530"/>
              <a:gd name="connsiteX1" fmla="*/ 4182168 w 7084961"/>
              <a:gd name="connsiteY1" fmla="*/ 6536530 h 6536530"/>
              <a:gd name="connsiteX2" fmla="*/ 146818 w 7084961"/>
              <a:gd name="connsiteY2" fmla="*/ 2427369 h 6536530"/>
              <a:gd name="connsiteX3" fmla="*/ 78234 w 7084961"/>
              <a:gd name="connsiteY3" fmla="*/ 2172301 h 6536530"/>
              <a:gd name="connsiteX4" fmla="*/ 7084961 w 7084961"/>
              <a:gd name="connsiteY4" fmla="*/ 0 h 6536530"/>
              <a:gd name="connsiteX5" fmla="*/ 7083225 w 7084961"/>
              <a:gd name="connsiteY5" fmla="*/ 3404230 h 6536530"/>
              <a:gd name="connsiteX6" fmla="*/ 5013784 w 7084961"/>
              <a:gd name="connsiteY6" fmla="*/ 6536242 h 6536530"/>
              <a:gd name="connsiteX0" fmla="*/ 5013784 w 7084961"/>
              <a:gd name="connsiteY0" fmla="*/ 6536242 h 6547121"/>
              <a:gd name="connsiteX1" fmla="*/ 4185699 w 7084961"/>
              <a:gd name="connsiteY1" fmla="*/ 6547121 h 6547121"/>
              <a:gd name="connsiteX2" fmla="*/ 146818 w 7084961"/>
              <a:gd name="connsiteY2" fmla="*/ 2427369 h 6547121"/>
              <a:gd name="connsiteX3" fmla="*/ 78234 w 7084961"/>
              <a:gd name="connsiteY3" fmla="*/ 2172301 h 6547121"/>
              <a:gd name="connsiteX4" fmla="*/ 7084961 w 7084961"/>
              <a:gd name="connsiteY4" fmla="*/ 0 h 6547121"/>
              <a:gd name="connsiteX5" fmla="*/ 7083225 w 7084961"/>
              <a:gd name="connsiteY5" fmla="*/ 3404230 h 6547121"/>
              <a:gd name="connsiteX6" fmla="*/ 5013784 w 7084961"/>
              <a:gd name="connsiteY6" fmla="*/ 6536242 h 6547121"/>
              <a:gd name="connsiteX0" fmla="*/ 5013784 w 7086830"/>
              <a:gd name="connsiteY0" fmla="*/ 6536242 h 6547121"/>
              <a:gd name="connsiteX1" fmla="*/ 4185699 w 7086830"/>
              <a:gd name="connsiteY1" fmla="*/ 6547121 h 6547121"/>
              <a:gd name="connsiteX2" fmla="*/ 146818 w 7086830"/>
              <a:gd name="connsiteY2" fmla="*/ 2427369 h 6547121"/>
              <a:gd name="connsiteX3" fmla="*/ 78234 w 7086830"/>
              <a:gd name="connsiteY3" fmla="*/ 2172301 h 6547121"/>
              <a:gd name="connsiteX4" fmla="*/ 7084961 w 7086830"/>
              <a:gd name="connsiteY4" fmla="*/ 0 h 6547121"/>
              <a:gd name="connsiteX5" fmla="*/ 7086755 w 7086830"/>
              <a:gd name="connsiteY5" fmla="*/ 3425413 h 6547121"/>
              <a:gd name="connsiteX6" fmla="*/ 5013784 w 7086830"/>
              <a:gd name="connsiteY6" fmla="*/ 6536242 h 6547121"/>
              <a:gd name="connsiteX0" fmla="*/ 5013784 w 7099083"/>
              <a:gd name="connsiteY0" fmla="*/ 6543303 h 6554182"/>
              <a:gd name="connsiteX1" fmla="*/ 4185699 w 7099083"/>
              <a:gd name="connsiteY1" fmla="*/ 6554182 h 6554182"/>
              <a:gd name="connsiteX2" fmla="*/ 146818 w 7099083"/>
              <a:gd name="connsiteY2" fmla="*/ 2434430 h 6554182"/>
              <a:gd name="connsiteX3" fmla="*/ 78234 w 7099083"/>
              <a:gd name="connsiteY3" fmla="*/ 2179362 h 6554182"/>
              <a:gd name="connsiteX4" fmla="*/ 7099083 w 7099083"/>
              <a:gd name="connsiteY4" fmla="*/ 0 h 6554182"/>
              <a:gd name="connsiteX5" fmla="*/ 7086755 w 7099083"/>
              <a:gd name="connsiteY5" fmla="*/ 3432474 h 6554182"/>
              <a:gd name="connsiteX6" fmla="*/ 5013784 w 7099083"/>
              <a:gd name="connsiteY6" fmla="*/ 6543303 h 6554182"/>
              <a:gd name="connsiteX0" fmla="*/ 4996305 w 7081604"/>
              <a:gd name="connsiteY0" fmla="*/ 6543303 h 6554182"/>
              <a:gd name="connsiteX1" fmla="*/ 4168220 w 7081604"/>
              <a:gd name="connsiteY1" fmla="*/ 6554182 h 6554182"/>
              <a:gd name="connsiteX2" fmla="*/ 129339 w 7081604"/>
              <a:gd name="connsiteY2" fmla="*/ 2434430 h 6554182"/>
              <a:gd name="connsiteX3" fmla="*/ 98856 w 7081604"/>
              <a:gd name="connsiteY3" fmla="*/ 2169837 h 6554182"/>
              <a:gd name="connsiteX4" fmla="*/ 7081604 w 7081604"/>
              <a:gd name="connsiteY4" fmla="*/ 0 h 6554182"/>
              <a:gd name="connsiteX5" fmla="*/ 7069276 w 7081604"/>
              <a:gd name="connsiteY5" fmla="*/ 3432474 h 6554182"/>
              <a:gd name="connsiteX6" fmla="*/ 4996305 w 7081604"/>
              <a:gd name="connsiteY6" fmla="*/ 6543303 h 6554182"/>
              <a:gd name="connsiteX0" fmla="*/ 4989581 w 7081604"/>
              <a:gd name="connsiteY0" fmla="*/ 6553388 h 6554182"/>
              <a:gd name="connsiteX1" fmla="*/ 4168220 w 7081604"/>
              <a:gd name="connsiteY1" fmla="*/ 6554182 h 6554182"/>
              <a:gd name="connsiteX2" fmla="*/ 129339 w 7081604"/>
              <a:gd name="connsiteY2" fmla="*/ 2434430 h 6554182"/>
              <a:gd name="connsiteX3" fmla="*/ 98856 w 7081604"/>
              <a:gd name="connsiteY3" fmla="*/ 2169837 h 6554182"/>
              <a:gd name="connsiteX4" fmla="*/ 7081604 w 7081604"/>
              <a:gd name="connsiteY4" fmla="*/ 0 h 6554182"/>
              <a:gd name="connsiteX5" fmla="*/ 7069276 w 7081604"/>
              <a:gd name="connsiteY5" fmla="*/ 3432474 h 6554182"/>
              <a:gd name="connsiteX6" fmla="*/ 4989581 w 7081604"/>
              <a:gd name="connsiteY6" fmla="*/ 6553388 h 6554182"/>
              <a:gd name="connsiteX0" fmla="*/ 5006391 w 7081604"/>
              <a:gd name="connsiteY0" fmla="*/ 6556750 h 6556750"/>
              <a:gd name="connsiteX1" fmla="*/ 4168220 w 7081604"/>
              <a:gd name="connsiteY1" fmla="*/ 6554182 h 6556750"/>
              <a:gd name="connsiteX2" fmla="*/ 129339 w 7081604"/>
              <a:gd name="connsiteY2" fmla="*/ 2434430 h 6556750"/>
              <a:gd name="connsiteX3" fmla="*/ 98856 w 7081604"/>
              <a:gd name="connsiteY3" fmla="*/ 2169837 h 6556750"/>
              <a:gd name="connsiteX4" fmla="*/ 7081604 w 7081604"/>
              <a:gd name="connsiteY4" fmla="*/ 0 h 6556750"/>
              <a:gd name="connsiteX5" fmla="*/ 7069276 w 7081604"/>
              <a:gd name="connsiteY5" fmla="*/ 3432474 h 6556750"/>
              <a:gd name="connsiteX6" fmla="*/ 5006391 w 7081604"/>
              <a:gd name="connsiteY6" fmla="*/ 6556750 h 6556750"/>
              <a:gd name="connsiteX0" fmla="*/ 5006391 w 7092829"/>
              <a:gd name="connsiteY0" fmla="*/ 6556750 h 6556750"/>
              <a:gd name="connsiteX1" fmla="*/ 4168220 w 7092829"/>
              <a:gd name="connsiteY1" fmla="*/ 6554182 h 6556750"/>
              <a:gd name="connsiteX2" fmla="*/ 129339 w 7092829"/>
              <a:gd name="connsiteY2" fmla="*/ 2434430 h 6556750"/>
              <a:gd name="connsiteX3" fmla="*/ 98856 w 7092829"/>
              <a:gd name="connsiteY3" fmla="*/ 2169837 h 6556750"/>
              <a:gd name="connsiteX4" fmla="*/ 7081604 w 7092829"/>
              <a:gd name="connsiteY4" fmla="*/ 0 h 6556750"/>
              <a:gd name="connsiteX5" fmla="*/ 7092810 w 7092829"/>
              <a:gd name="connsiteY5" fmla="*/ 3405580 h 6556750"/>
              <a:gd name="connsiteX6" fmla="*/ 5006391 w 7092829"/>
              <a:gd name="connsiteY6" fmla="*/ 6556750 h 6556750"/>
              <a:gd name="connsiteX0" fmla="*/ 5006391 w 7095052"/>
              <a:gd name="connsiteY0" fmla="*/ 6560112 h 6560112"/>
              <a:gd name="connsiteX1" fmla="*/ 4168220 w 7095052"/>
              <a:gd name="connsiteY1" fmla="*/ 6557544 h 6560112"/>
              <a:gd name="connsiteX2" fmla="*/ 129339 w 7095052"/>
              <a:gd name="connsiteY2" fmla="*/ 2437792 h 6560112"/>
              <a:gd name="connsiteX3" fmla="*/ 98856 w 7095052"/>
              <a:gd name="connsiteY3" fmla="*/ 2173199 h 6560112"/>
              <a:gd name="connsiteX4" fmla="*/ 7095052 w 7095052"/>
              <a:gd name="connsiteY4" fmla="*/ 0 h 6560112"/>
              <a:gd name="connsiteX5" fmla="*/ 7092810 w 7095052"/>
              <a:gd name="connsiteY5" fmla="*/ 3408942 h 6560112"/>
              <a:gd name="connsiteX6" fmla="*/ 5006391 w 7095052"/>
              <a:gd name="connsiteY6" fmla="*/ 6560112 h 6560112"/>
              <a:gd name="connsiteX0" fmla="*/ 5006391 w 7095052"/>
              <a:gd name="connsiteY0" fmla="*/ 6560112 h 6560112"/>
              <a:gd name="connsiteX1" fmla="*/ 3149235 w 7095052"/>
              <a:gd name="connsiteY1" fmla="*/ 5693824 h 6560112"/>
              <a:gd name="connsiteX2" fmla="*/ 129339 w 7095052"/>
              <a:gd name="connsiteY2" fmla="*/ 2437792 h 6560112"/>
              <a:gd name="connsiteX3" fmla="*/ 98856 w 7095052"/>
              <a:gd name="connsiteY3" fmla="*/ 2173199 h 6560112"/>
              <a:gd name="connsiteX4" fmla="*/ 7095052 w 7095052"/>
              <a:gd name="connsiteY4" fmla="*/ 0 h 6560112"/>
              <a:gd name="connsiteX5" fmla="*/ 7092810 w 7095052"/>
              <a:gd name="connsiteY5" fmla="*/ 3408942 h 6560112"/>
              <a:gd name="connsiteX6" fmla="*/ 5006391 w 7095052"/>
              <a:gd name="connsiteY6" fmla="*/ 6560112 h 6560112"/>
              <a:gd name="connsiteX0" fmla="*/ 3384712 w 7095052"/>
              <a:gd name="connsiteY0" fmla="*/ 5702607 h 5702607"/>
              <a:gd name="connsiteX1" fmla="*/ 3149235 w 7095052"/>
              <a:gd name="connsiteY1" fmla="*/ 5693824 h 5702607"/>
              <a:gd name="connsiteX2" fmla="*/ 129339 w 7095052"/>
              <a:gd name="connsiteY2" fmla="*/ 2437792 h 5702607"/>
              <a:gd name="connsiteX3" fmla="*/ 98856 w 7095052"/>
              <a:gd name="connsiteY3" fmla="*/ 2173199 h 5702607"/>
              <a:gd name="connsiteX4" fmla="*/ 7095052 w 7095052"/>
              <a:gd name="connsiteY4" fmla="*/ 0 h 5702607"/>
              <a:gd name="connsiteX5" fmla="*/ 7092810 w 7095052"/>
              <a:gd name="connsiteY5" fmla="*/ 3408942 h 5702607"/>
              <a:gd name="connsiteX6" fmla="*/ 3384712 w 7095052"/>
              <a:gd name="connsiteY6" fmla="*/ 5702607 h 5702607"/>
              <a:gd name="connsiteX0" fmla="*/ 3384712 w 7092810"/>
              <a:gd name="connsiteY0" fmla="*/ 5652896 h 5652896"/>
              <a:gd name="connsiteX1" fmla="*/ 3149235 w 7092810"/>
              <a:gd name="connsiteY1" fmla="*/ 5644113 h 5652896"/>
              <a:gd name="connsiteX2" fmla="*/ 129339 w 7092810"/>
              <a:gd name="connsiteY2" fmla="*/ 2388081 h 5652896"/>
              <a:gd name="connsiteX3" fmla="*/ 98856 w 7092810"/>
              <a:gd name="connsiteY3" fmla="*/ 2123488 h 5652896"/>
              <a:gd name="connsiteX4" fmla="*/ 6629053 w 7092810"/>
              <a:gd name="connsiteY4" fmla="*/ 0 h 5652896"/>
              <a:gd name="connsiteX5" fmla="*/ 7092810 w 7092810"/>
              <a:gd name="connsiteY5" fmla="*/ 3359231 h 5652896"/>
              <a:gd name="connsiteX6" fmla="*/ 3384712 w 7092810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334785 w 6629053"/>
              <a:gd name="connsiteY5" fmla="*/ 3458652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160811 w 6629053"/>
              <a:gd name="connsiteY5" fmla="*/ 3123106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378278 w 6629053"/>
              <a:gd name="connsiteY5" fmla="*/ 2060544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508758 w 6629053"/>
              <a:gd name="connsiteY5" fmla="*/ 1898985 h 5652896"/>
              <a:gd name="connsiteX6" fmla="*/ 3384712 w 6629053"/>
              <a:gd name="connsiteY6" fmla="*/ 5652896 h 5652896"/>
              <a:gd name="connsiteX0" fmla="*/ 3384712 w 6523426"/>
              <a:gd name="connsiteY0" fmla="*/ 5609400 h 5609400"/>
              <a:gd name="connsiteX1" fmla="*/ 3149235 w 6523426"/>
              <a:gd name="connsiteY1" fmla="*/ 5600617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5931176 w 6523426"/>
              <a:gd name="connsiteY5" fmla="*/ 2555863 h 5609400"/>
              <a:gd name="connsiteX6" fmla="*/ 3384712 w 6523426"/>
              <a:gd name="connsiteY6" fmla="*/ 5609400 h 5609400"/>
              <a:gd name="connsiteX0" fmla="*/ 3384712 w 5931191"/>
              <a:gd name="connsiteY0" fmla="*/ 5421672 h 5421672"/>
              <a:gd name="connsiteX1" fmla="*/ 3118168 w 5931191"/>
              <a:gd name="connsiteY1" fmla="*/ 5406676 h 5421672"/>
              <a:gd name="connsiteX2" fmla="*/ 129339 w 5931191"/>
              <a:gd name="connsiteY2" fmla="*/ 2156857 h 5421672"/>
              <a:gd name="connsiteX3" fmla="*/ 98856 w 5931191"/>
              <a:gd name="connsiteY3" fmla="*/ 1892264 h 5421672"/>
              <a:gd name="connsiteX4" fmla="*/ 5916965 w 5931191"/>
              <a:gd name="connsiteY4" fmla="*/ 0 h 5421672"/>
              <a:gd name="connsiteX5" fmla="*/ 5931176 w 5931191"/>
              <a:gd name="connsiteY5" fmla="*/ 2368135 h 5421672"/>
              <a:gd name="connsiteX6" fmla="*/ 3384712 w 5931191"/>
              <a:gd name="connsiteY6" fmla="*/ 5421672 h 5421672"/>
              <a:gd name="connsiteX0" fmla="*/ 3384712 w 5931205"/>
              <a:gd name="connsiteY0" fmla="*/ 5421672 h 5421672"/>
              <a:gd name="connsiteX1" fmla="*/ 3118168 w 5931205"/>
              <a:gd name="connsiteY1" fmla="*/ 5406676 h 5421672"/>
              <a:gd name="connsiteX2" fmla="*/ 129339 w 5931205"/>
              <a:gd name="connsiteY2" fmla="*/ 2156857 h 5421672"/>
              <a:gd name="connsiteX3" fmla="*/ 98856 w 5931205"/>
              <a:gd name="connsiteY3" fmla="*/ 1892264 h 5421672"/>
              <a:gd name="connsiteX4" fmla="*/ 5916965 w 5931205"/>
              <a:gd name="connsiteY4" fmla="*/ 0 h 5421672"/>
              <a:gd name="connsiteX5" fmla="*/ 5931176 w 5931205"/>
              <a:gd name="connsiteY5" fmla="*/ 2368135 h 5421672"/>
              <a:gd name="connsiteX6" fmla="*/ 3384712 w 5931205"/>
              <a:gd name="connsiteY6" fmla="*/ 5421672 h 5421672"/>
              <a:gd name="connsiteX0" fmla="*/ 3384712 w 5931205"/>
              <a:gd name="connsiteY0" fmla="*/ 5421672 h 5427214"/>
              <a:gd name="connsiteX1" fmla="*/ 3130492 w 5931205"/>
              <a:gd name="connsiteY1" fmla="*/ 5427214 h 5427214"/>
              <a:gd name="connsiteX2" fmla="*/ 129339 w 5931205"/>
              <a:gd name="connsiteY2" fmla="*/ 2156857 h 5427214"/>
              <a:gd name="connsiteX3" fmla="*/ 98856 w 5931205"/>
              <a:gd name="connsiteY3" fmla="*/ 1892264 h 5427214"/>
              <a:gd name="connsiteX4" fmla="*/ 5916965 w 5931205"/>
              <a:gd name="connsiteY4" fmla="*/ 0 h 5427214"/>
              <a:gd name="connsiteX5" fmla="*/ 5931176 w 5931205"/>
              <a:gd name="connsiteY5" fmla="*/ 2368135 h 5427214"/>
              <a:gd name="connsiteX6" fmla="*/ 3384712 w 5931205"/>
              <a:gd name="connsiteY6" fmla="*/ 5421672 h 5427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1205" h="5427214">
                <a:moveTo>
                  <a:pt x="3384712" y="5421672"/>
                </a:moveTo>
                <a:lnTo>
                  <a:pt x="3130492" y="5427214"/>
                </a:lnTo>
                <a:cubicBezTo>
                  <a:pt x="1809052" y="4010467"/>
                  <a:pt x="1475633" y="3530108"/>
                  <a:pt x="129339" y="2156857"/>
                </a:cubicBezTo>
                <a:cubicBezTo>
                  <a:pt x="-87432" y="1945812"/>
                  <a:pt x="15569" y="1932016"/>
                  <a:pt x="98856" y="1892264"/>
                </a:cubicBezTo>
                <a:lnTo>
                  <a:pt x="5916965" y="0"/>
                </a:lnTo>
                <a:cubicBezTo>
                  <a:pt x="5923606" y="1091421"/>
                  <a:pt x="5931755" y="1233392"/>
                  <a:pt x="5931176" y="2368135"/>
                </a:cubicBezTo>
                <a:lnTo>
                  <a:pt x="3384712" y="5421672"/>
                </a:lnTo>
                <a:close/>
              </a:path>
            </a:pathLst>
          </a:cu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463"/>
          </a:p>
        </p:txBody>
      </p:sp>
    </p:spTree>
    <p:extLst>
      <p:ext uri="{BB962C8B-B14F-4D97-AF65-F5344CB8AC3E}">
        <p14:creationId xmlns:p14="http://schemas.microsoft.com/office/powerpoint/2010/main" val="2460136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sub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442725" y="1800000"/>
            <a:ext cx="293085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300">
                <a:solidFill>
                  <a:schemeClr val="tx1"/>
                </a:solidFill>
              </a:defRPr>
            </a:lvl1pPr>
            <a:lvl2pPr algn="l">
              <a:defRPr sz="1625">
                <a:solidFill>
                  <a:schemeClr val="accent2"/>
                </a:solidFill>
              </a:defRPr>
            </a:lvl2pPr>
            <a:lvl3pPr algn="l">
              <a:defRPr sz="1625">
                <a:solidFill>
                  <a:schemeClr val="accent2"/>
                </a:solidFill>
              </a:defRPr>
            </a:lvl3pPr>
            <a:lvl4pPr algn="l">
              <a:defRPr sz="1625">
                <a:solidFill>
                  <a:schemeClr val="accent2"/>
                </a:solidFill>
              </a:defRPr>
            </a:lvl4pPr>
            <a:lvl5pPr algn="l">
              <a:defRPr sz="1625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err="1"/>
              <a:t>Bodycopy</a:t>
            </a:r>
            <a:r>
              <a:rPr lang="en-GB"/>
              <a:t> in here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292500" y="1800000"/>
            <a:ext cx="29250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300">
                <a:solidFill>
                  <a:schemeClr val="tx1"/>
                </a:solidFill>
              </a:defRPr>
            </a:lvl1pPr>
            <a:lvl2pPr algn="l">
              <a:defRPr sz="1625">
                <a:solidFill>
                  <a:schemeClr val="accent2"/>
                </a:solidFill>
              </a:defRPr>
            </a:lvl2pPr>
            <a:lvl3pPr algn="l">
              <a:defRPr sz="1625">
                <a:solidFill>
                  <a:schemeClr val="accent2"/>
                </a:solidFill>
              </a:defRPr>
            </a:lvl3pPr>
            <a:lvl4pPr algn="l">
              <a:defRPr sz="1625">
                <a:solidFill>
                  <a:schemeClr val="accent2"/>
                </a:solidFill>
              </a:defRPr>
            </a:lvl4pPr>
            <a:lvl5pPr algn="l">
              <a:defRPr sz="1625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err="1"/>
              <a:t>Bodycopy</a:t>
            </a:r>
            <a:r>
              <a:rPr lang="en-GB"/>
              <a:t> in here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4B34AF1-3AD0-DE4E-91C8-39A92B566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2500" y="540000"/>
            <a:ext cx="9067500" cy="133867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2600"/>
              </a:lnSpc>
              <a:defRPr sz="2925">
                <a:solidFill>
                  <a:srgbClr val="333D47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65860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290" y="1588"/>
          <a:ext cx="1290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0" y="1588"/>
                        <a:ext cx="129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B39D6F7-7364-5042-AA40-2DF56C72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096962"/>
            <a:ext cx="8854272" cy="5083918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25000"/>
              </a:lnSpc>
              <a:defRPr sz="1138">
                <a:solidFill>
                  <a:srgbClr val="585858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1C887C4D-4D8E-5941-88BE-BECE9C947E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4" y="266218"/>
            <a:ext cx="8854272" cy="758577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950"/>
              </a:lnSpc>
              <a:defRPr sz="1950">
                <a:solidFill>
                  <a:srgbClr val="D31145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Content Title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D70E18-B604-8342-97F2-BD443AA442D6}"/>
              </a:ext>
            </a:extLst>
          </p:cNvPr>
          <p:cNvSpPr txBox="1"/>
          <p:nvPr userDrawn="1"/>
        </p:nvSpPr>
        <p:spPr>
          <a:xfrm>
            <a:off x="9557954" y="6562556"/>
            <a:ext cx="283267" cy="189259"/>
          </a:xfrm>
          <a:prstGeom prst="rect">
            <a:avLst/>
          </a:prstGeom>
          <a:noFill/>
        </p:spPr>
        <p:txBody>
          <a:bodyPr wrap="square" lIns="73125" tIns="38025" rIns="73125" bIns="38025" rtlCol="0">
            <a:spAutoFit/>
          </a:bodyPr>
          <a:lstStyle/>
          <a:p>
            <a:pPr algn="r"/>
            <a:fld id="{6FE44530-26CC-4F42-A475-9489E3A0E8D7}" type="slidenum">
              <a:rPr lang="en-US" sz="73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algn="r"/>
              <a:t>‹#›</a:t>
            </a:fld>
            <a:endParaRPr lang="en-US" sz="731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5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preserve="1" userDrawn="1">
  <p:cSld name="1_제목 및 내용 4개 - 일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F9E748B-F128-B796-A8AA-07DFCA345A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56979858"/>
              </p:ext>
            </p:extLst>
          </p:nvPr>
        </p:nvGraphicFramePr>
        <p:xfrm>
          <a:off x="273000" y="868135"/>
          <a:ext cx="9359999" cy="5690888"/>
        </p:xfrm>
        <a:graphic>
          <a:graphicData uri="http://schemas.openxmlformats.org/drawingml/2006/table">
            <a:tbl>
              <a:tblPr/>
              <a:tblGrid>
                <a:gridCol w="605114">
                  <a:extLst>
                    <a:ext uri="{9D8B030D-6E8A-4147-A177-3AD203B41FA5}">
                      <a16:colId xmlns:a16="http://schemas.microsoft.com/office/drawing/2014/main" val="3071319410"/>
                    </a:ext>
                  </a:extLst>
                </a:gridCol>
                <a:gridCol w="665037">
                  <a:extLst>
                    <a:ext uri="{9D8B030D-6E8A-4147-A177-3AD203B41FA5}">
                      <a16:colId xmlns:a16="http://schemas.microsoft.com/office/drawing/2014/main" val="367291795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4004682377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80561294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61023888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901833661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57504374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946507193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221071657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28843481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400105723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04133213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4238714683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52500023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278886045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270217164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4186086260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30724230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719677351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3982378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968583200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329709957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30316830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583328580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11005350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741298990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145229681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658826854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118264514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20610049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60179734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4198142011"/>
                    </a:ext>
                  </a:extLst>
                </a:gridCol>
              </a:tblGrid>
              <a:tr h="8483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25/08 (M1)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25/09 (M2)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25/10 (M3)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25/11 (M4)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25/12 (M5)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26/01 (M6)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26/02 (M7)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26/03 (M8)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26/04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27010"/>
                  </a:ext>
                </a:extLst>
              </a:tr>
              <a:tr h="152865">
                <a:tc gridSpan="2"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W5</a:t>
                      </a:r>
                      <a:endParaRPr kumimoji="1" lang="ko-KR" altLang="en-US" sz="105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W5</a:t>
                      </a:r>
                      <a:endParaRPr kumimoji="1" lang="ko-KR" altLang="en-US" sz="105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라이브챗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개발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분석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설계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12299"/>
                  </a:ext>
                </a:extLst>
              </a:tr>
              <a:tr h="30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개발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666480"/>
                  </a:ext>
                </a:extLst>
              </a:tr>
              <a:tr h="183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테스트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개선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941748"/>
                  </a:ext>
                </a:extLst>
              </a:tr>
              <a:tr h="830976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AI CSR Assistant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 개발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분석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설계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개발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(Sprint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 방식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)</a:t>
                      </a:r>
                      <a:endParaRPr kumimoji="1" lang="ko-KR" alt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664862"/>
                  </a:ext>
                </a:extLst>
              </a:tr>
              <a:tr h="1587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테스트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개선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366549"/>
                  </a:ext>
                </a:extLst>
              </a:tr>
              <a:tr h="1142130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문서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전처리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 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데이터 </a:t>
                      </a:r>
                      <a:b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</a:b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파이프라인</a:t>
                      </a:r>
                      <a:b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</a:b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구축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분석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설계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442062"/>
                  </a:ext>
                </a:extLst>
              </a:tr>
              <a:tr h="309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개발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387938"/>
                  </a:ext>
                </a:extLst>
              </a:tr>
              <a:tr h="30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테스트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개선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128509"/>
                  </a:ext>
                </a:extLst>
              </a:tr>
              <a:tr h="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인프라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보안 </a:t>
                      </a: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환경분석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구성</a:t>
                      </a: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솔루션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설치</a:t>
                      </a: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68787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보안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조치</a:t>
                      </a: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9603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운영 이관</a:t>
                      </a: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29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524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IA_ContentWhit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993F94-50EB-134E-8D6E-8B21C109C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텍스트 개체 틀 5">
            <a:extLst>
              <a:ext uri="{FF2B5EF4-FFF2-40B4-BE49-F238E27FC236}">
                <a16:creationId xmlns:a16="http://schemas.microsoft.com/office/drawing/2014/main" id="{B3AFC6AA-4B20-BDC9-8B44-2319E7BA46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1505" y="1335928"/>
            <a:ext cx="9321701" cy="4595421"/>
          </a:xfrm>
        </p:spPr>
        <p:txBody>
          <a:bodyPr>
            <a:normAutofit/>
          </a:bodyPr>
          <a:lstStyle>
            <a:lvl1pPr marL="0" marR="0" indent="0" algn="l" defTabSz="742950" rtl="0" eaLnBrk="1" fontAlgn="auto" latinLnBrk="0" hangingPunct="1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sym typeface="Wingdings" pitchFamily="2" charset="2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본문은 여기에 작성하세요</a:t>
            </a:r>
            <a:r>
              <a:rPr lang="en-US" altLang="ko-KR"/>
              <a:t> </a:t>
            </a:r>
            <a:endParaRPr lang="en-GB" altLang="ko-KR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CAA33909-F180-48BA-92BF-8BE03C0DF4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2500" y="328553"/>
            <a:ext cx="9320706" cy="41560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>
              <a:lnSpc>
                <a:spcPts val="2600"/>
              </a:lnSpc>
              <a:defRPr sz="1600">
                <a:solidFill>
                  <a:srgbClr val="333D47"/>
                </a:solidFill>
                <a:latin typeface="AIA 바이탈리티 KR Bold" panose="00000800000000000000" pitchFamily="2" charset="-127"/>
                <a:ea typeface="AIA 바이탈리티 KR Bold" panose="00000800000000000000" pitchFamily="2" charset="-127"/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Headline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1542CB5-CC0B-4E9B-675B-191F3828FA98}"/>
              </a:ext>
            </a:extLst>
          </p:cNvPr>
          <p:cNvCxnSpPr>
            <a:cxnSpLocks/>
          </p:cNvCxnSpPr>
          <p:nvPr userDrawn="1"/>
        </p:nvCxnSpPr>
        <p:spPr>
          <a:xfrm>
            <a:off x="292150" y="828136"/>
            <a:ext cx="93217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256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8D90CB1-28ED-E14A-A814-D09DD83203BB}"/>
              </a:ext>
            </a:extLst>
          </p:cNvPr>
          <p:cNvSpPr txBox="1"/>
          <p:nvPr userDrawn="1"/>
        </p:nvSpPr>
        <p:spPr>
          <a:xfrm>
            <a:off x="292100" y="6493172"/>
            <a:ext cx="5365750" cy="2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39D6F7-7364-5042-AA40-2DF56C72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096962"/>
            <a:ext cx="8854272" cy="5083918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25000"/>
              </a:lnSpc>
              <a:defRPr sz="1138">
                <a:solidFill>
                  <a:srgbClr val="585858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C887C4D-4D8E-5941-88BE-BECE9C947E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4" y="266218"/>
            <a:ext cx="8854272" cy="758577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950"/>
              </a:lnSpc>
              <a:defRPr sz="1950">
                <a:solidFill>
                  <a:srgbClr val="D31145"/>
                </a:solidFill>
              </a:defRPr>
            </a:lvl1pPr>
          </a:lstStyle>
          <a:p>
            <a:pPr lvl="0"/>
            <a:r>
              <a:rPr lang="en-US"/>
              <a:t>Content Title</a:t>
            </a:r>
            <a:br>
              <a:rPr lang="en-US"/>
            </a:br>
            <a:r>
              <a:rPr lang="en-US"/>
              <a:t>Divider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89D574-0DC7-D24A-A878-081E980D7EB2}"/>
              </a:ext>
            </a:extLst>
          </p:cNvPr>
          <p:cNvCxnSpPr>
            <a:cxnSpLocks/>
          </p:cNvCxnSpPr>
          <p:nvPr userDrawn="1"/>
        </p:nvCxnSpPr>
        <p:spPr>
          <a:xfrm>
            <a:off x="0" y="6435524"/>
            <a:ext cx="9225746" cy="0"/>
          </a:xfrm>
          <a:prstGeom prst="line">
            <a:avLst/>
          </a:prstGeom>
          <a:ln w="12700">
            <a:solidFill>
              <a:srgbClr val="5858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D70E18-B604-8342-97F2-BD443AA442D6}"/>
              </a:ext>
            </a:extLst>
          </p:cNvPr>
          <p:cNvSpPr txBox="1"/>
          <p:nvPr userDrawn="1"/>
        </p:nvSpPr>
        <p:spPr>
          <a:xfrm>
            <a:off x="6050164" y="6539339"/>
            <a:ext cx="3205945" cy="1500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6FE44530-26CC-4F42-A475-9489E3A0E8D7}" type="slidenum">
              <a:rPr lang="en-US" sz="975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 algn="r"/>
              <a:t>‹#›</a:t>
            </a:fld>
            <a:endParaRPr lang="en-US" sz="975" err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170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e_Title Slide_Custom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E30A63B-FDEF-9545-A6F8-8A612A3F69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091E49-036B-1C4C-9065-A3BB3DA8D57A}"/>
              </a:ext>
            </a:extLst>
          </p:cNvPr>
          <p:cNvSpPr txBox="1"/>
          <p:nvPr userDrawn="1"/>
        </p:nvSpPr>
        <p:spPr>
          <a:xfrm>
            <a:off x="-4467260" y="5079946"/>
            <a:ext cx="4300043" cy="17780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3125" tIns="73125" rIns="73125" bIns="73125" rtlCol="0">
            <a:noAutofit/>
          </a:bodyPr>
          <a:lstStyle/>
          <a:p>
            <a:r>
              <a:rPr lang="en-US" sz="1138" b="1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change your background image: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Right click to select “Format Background”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Go to “Fill”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Select “Picture or texture fill”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Click Insert from “File” and you can select your own picture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723429B5-F274-DB4C-8E36-E3FA50891F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9" y="1905002"/>
            <a:ext cx="6840082" cy="741045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Title of Presentation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9332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800" y="5588003"/>
            <a:ext cx="4127500" cy="358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38">
                <a:solidFill>
                  <a:schemeClr val="bg1"/>
                </a:solidFill>
              </a:defRPr>
            </a:lvl1pPr>
            <a:lvl2pPr marL="371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1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85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57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28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00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71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39162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f_Title Slide_Custom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6629596-3772-BB43-AB98-3F64C9CBF2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7AEAD4-C8D1-AF4B-B036-23DB06AD5EFE}"/>
              </a:ext>
            </a:extLst>
          </p:cNvPr>
          <p:cNvSpPr txBox="1"/>
          <p:nvPr userDrawn="1"/>
        </p:nvSpPr>
        <p:spPr>
          <a:xfrm>
            <a:off x="-4467260" y="5079946"/>
            <a:ext cx="4300043" cy="17780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3125" tIns="73125" rIns="73125" bIns="73125" rtlCol="0">
            <a:noAutofit/>
          </a:bodyPr>
          <a:lstStyle/>
          <a:p>
            <a:r>
              <a:rPr lang="en-US" sz="1138" b="1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change your background image: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Right click to select “Format Background”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Go to “Fill”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Select “Picture or texture fill”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Click Insert from “File” and you can select your own picture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EE0F4218-70F1-D94B-BCA5-54CA47E99E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9" y="1905002"/>
            <a:ext cx="6840082" cy="741045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Title of Presentation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" y="0"/>
            <a:ext cx="9905038" cy="685866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800" y="5588003"/>
            <a:ext cx="4127500" cy="358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38">
                <a:solidFill>
                  <a:schemeClr val="bg1"/>
                </a:solidFill>
              </a:defRPr>
            </a:lvl1pPr>
            <a:lvl2pPr marL="371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1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85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57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28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00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71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110748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8D90CB1-28ED-E14A-A814-D09DD83203BB}"/>
              </a:ext>
            </a:extLst>
          </p:cNvPr>
          <p:cNvSpPr txBox="1"/>
          <p:nvPr userDrawn="1"/>
        </p:nvSpPr>
        <p:spPr>
          <a:xfrm>
            <a:off x="292100" y="6493172"/>
            <a:ext cx="5365750" cy="2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39D6F7-7364-5042-AA40-2DF56C72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096962"/>
            <a:ext cx="8854272" cy="5083918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25000"/>
              </a:lnSpc>
              <a:defRPr sz="1138">
                <a:solidFill>
                  <a:srgbClr val="585858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C887C4D-4D8E-5941-88BE-BECE9C947E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4" y="266218"/>
            <a:ext cx="8854272" cy="758577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950"/>
              </a:lnSpc>
              <a:defRPr sz="1950">
                <a:solidFill>
                  <a:srgbClr val="D31145"/>
                </a:solidFill>
              </a:defRPr>
            </a:lvl1pPr>
          </a:lstStyle>
          <a:p>
            <a:pPr lvl="0"/>
            <a:r>
              <a:rPr lang="en-US"/>
              <a:t>Content Title</a:t>
            </a:r>
            <a:br>
              <a:rPr lang="en-US"/>
            </a:br>
            <a:r>
              <a:rPr lang="en-US"/>
              <a:t>Divider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89D574-0DC7-D24A-A878-081E980D7EB2}"/>
              </a:ext>
            </a:extLst>
          </p:cNvPr>
          <p:cNvCxnSpPr>
            <a:cxnSpLocks/>
          </p:cNvCxnSpPr>
          <p:nvPr userDrawn="1"/>
        </p:nvCxnSpPr>
        <p:spPr>
          <a:xfrm>
            <a:off x="0" y="6435524"/>
            <a:ext cx="9225746" cy="0"/>
          </a:xfrm>
          <a:prstGeom prst="line">
            <a:avLst/>
          </a:prstGeom>
          <a:ln w="12700">
            <a:solidFill>
              <a:srgbClr val="5858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D70E18-B604-8342-97F2-BD443AA442D6}"/>
              </a:ext>
            </a:extLst>
          </p:cNvPr>
          <p:cNvSpPr txBox="1"/>
          <p:nvPr userDrawn="1"/>
        </p:nvSpPr>
        <p:spPr>
          <a:xfrm>
            <a:off x="6050164" y="6539339"/>
            <a:ext cx="3205945" cy="1500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6FE44530-26CC-4F42-A475-9489E3A0E8D7}" type="slidenum">
              <a:rPr lang="en-US" sz="975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 algn="r"/>
              <a:t>‹#›</a:t>
            </a:fld>
            <a:endParaRPr lang="en-US" sz="975" err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E301E-3795-4A01-9635-340EF4D6553E}"/>
              </a:ext>
            </a:extLst>
          </p:cNvPr>
          <p:cNvSpPr txBox="1"/>
          <p:nvPr userDrawn="1"/>
        </p:nvSpPr>
        <p:spPr>
          <a:xfrm>
            <a:off x="6618942" y="276173"/>
            <a:ext cx="2606804" cy="31745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1463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from Demand/Project</a:t>
            </a:r>
          </a:p>
        </p:txBody>
      </p:sp>
    </p:spTree>
    <p:extLst>
      <p:ext uri="{BB962C8B-B14F-4D97-AF65-F5344CB8AC3E}">
        <p14:creationId xmlns:p14="http://schemas.microsoft.com/office/powerpoint/2010/main" val="3753551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717D-FDB4-4210-AFF1-9072991D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7CCE0-9353-408B-80B5-96E26349DA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2439" y="955462"/>
            <a:ext cx="8964612" cy="47109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38">
                <a:solidFill>
                  <a:srgbClr val="6B6B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err="1"/>
              <a:t>ㅇㄹㅇㄴ</a:t>
            </a:r>
            <a:endParaRPr lang="en-US" altLang="ko-KR"/>
          </a:p>
          <a:p>
            <a:pPr lvl="0"/>
            <a:r>
              <a:rPr lang="ko-KR" altLang="en-US" err="1"/>
              <a:t>ㅇㄹㅇㄴ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196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IA_ContentWhit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0C0796C-1AE4-C045-9079-CEB572C3E49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5282" r="23738" b="21820"/>
          <a:stretch/>
        </p:blipFill>
        <p:spPr>
          <a:xfrm>
            <a:off x="7398545" y="2975844"/>
            <a:ext cx="2507455" cy="3882159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4008E62-2FF1-D247-819A-620065B8A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2500" y="6264872"/>
            <a:ext cx="517992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1D2C9DC-EE5F-0E74-551C-AF30004A8D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2500" y="393003"/>
            <a:ext cx="9067500" cy="53852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3200"/>
              </a:lnSpc>
              <a:defRPr sz="3600" b="1" i="0">
                <a:solidFill>
                  <a:srgbClr val="333D47"/>
                </a:solidFill>
                <a:latin typeface="AIA Vitality KR Bold" pitchFamily="2" charset="-127"/>
                <a:ea typeface="AIA Vitality KR Bold" pitchFamily="2" charset="-127"/>
              </a:defRPr>
            </a:lvl1pPr>
            <a:lvl2pPr marL="457211" indent="0">
              <a:buNone/>
              <a:defRPr/>
            </a:lvl2pPr>
          </a:lstStyle>
          <a:p>
            <a:pPr lvl="0"/>
            <a:r>
              <a:rPr lang="ko-KR" altLang="en-US"/>
              <a:t>타이틀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BF6DEB15-516B-C0C2-AC94-86357BD15F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499" y="1112043"/>
            <a:ext cx="2925000" cy="3502800"/>
          </a:xfrm>
        </p:spPr>
        <p:txBody>
          <a:bodyPr lIns="90000">
            <a:noAutofit/>
          </a:bodyPr>
          <a:lstStyle>
            <a:lvl1pPr marL="285757" marR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  <a:sym typeface="Wingdings" pitchFamily="2" charset="2"/>
              </a:defRPr>
            </a:lvl1pPr>
            <a:lvl2pPr marL="742969" indent="-285757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1"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2pPr>
            <a:lvl3pPr marL="1143029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3pPr>
            <a:lvl4pPr marL="1600241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4pPr>
            <a:lvl5pPr marL="2057452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5pPr>
          </a:lstStyle>
          <a:p>
            <a:pPr marL="285757" marR="0" lvl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/>
            </a:pPr>
            <a:r>
              <a:rPr lang="ko-KR" altLang="en-US"/>
              <a:t>본문은 여기에 작성하세요</a:t>
            </a:r>
            <a:r>
              <a:rPr lang="en-US" altLang="ko-KR"/>
              <a:t> </a:t>
            </a:r>
          </a:p>
          <a:p>
            <a:pPr lvl="1"/>
            <a:r>
              <a:rPr lang="ko-KR" altLang="en-US"/>
              <a:t>본문 </a:t>
            </a:r>
            <a:r>
              <a:rPr lang="en-US" altLang="ko-KR"/>
              <a:t>2nd </a:t>
            </a:r>
            <a:r>
              <a:rPr lang="ko-KR" altLang="en-US"/>
              <a:t>레벨 </a:t>
            </a:r>
            <a:endParaRPr lang="en-GB"/>
          </a:p>
          <a:p>
            <a:pPr lvl="2"/>
            <a:r>
              <a:rPr lang="ko-KR" altLang="en-US"/>
              <a:t>본문 </a:t>
            </a:r>
            <a:r>
              <a:rPr lang="en-US" altLang="ko-KR"/>
              <a:t>3rd</a:t>
            </a:r>
            <a:r>
              <a:rPr lang="ko-KR" altLang="en-US"/>
              <a:t> 레벨</a:t>
            </a:r>
            <a:endParaRPr lang="en-GB"/>
          </a:p>
          <a:p>
            <a:pPr lvl="3"/>
            <a:r>
              <a:rPr lang="ko-KR" altLang="en-US"/>
              <a:t>본문 </a:t>
            </a:r>
            <a:r>
              <a:rPr lang="en-US" altLang="ko-KR"/>
              <a:t>4th</a:t>
            </a:r>
            <a:r>
              <a:rPr lang="ko-KR" altLang="en-US"/>
              <a:t> 레벨</a:t>
            </a:r>
            <a:endParaRPr lang="en-GB"/>
          </a:p>
          <a:p>
            <a:pPr lvl="4"/>
            <a:r>
              <a:rPr lang="ko-KR" altLang="en-US"/>
              <a:t>본문 </a:t>
            </a:r>
            <a:r>
              <a:rPr lang="en-US" altLang="ko-KR"/>
              <a:t>5th </a:t>
            </a:r>
            <a:r>
              <a:rPr lang="ko-KR" altLang="en-US"/>
              <a:t>레벨 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81FE507-A595-AF73-51EC-BD988C8D66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6748" y="1112043"/>
            <a:ext cx="2925000" cy="3502800"/>
          </a:xfrm>
        </p:spPr>
        <p:txBody>
          <a:bodyPr lIns="90000">
            <a:noAutofit/>
          </a:bodyPr>
          <a:lstStyle>
            <a:lvl1pPr marL="285757" marR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  <a:sym typeface="Wingdings" pitchFamily="2" charset="2"/>
              </a:defRPr>
            </a:lvl1pPr>
            <a:lvl2pPr marL="742969" indent="-285757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1"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2pPr>
            <a:lvl3pPr marL="1143029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3pPr>
            <a:lvl4pPr marL="1600241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4pPr>
            <a:lvl5pPr marL="2057452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5pPr>
          </a:lstStyle>
          <a:p>
            <a:pPr marL="285757" marR="0" lvl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/>
            </a:pPr>
            <a:r>
              <a:rPr lang="ko-KR" altLang="en-US"/>
              <a:t>본문은 여기에 작성하세요</a:t>
            </a:r>
            <a:r>
              <a:rPr lang="en-US" altLang="ko-KR"/>
              <a:t> </a:t>
            </a:r>
          </a:p>
          <a:p>
            <a:pPr lvl="1"/>
            <a:r>
              <a:rPr lang="ko-KR" altLang="en-US"/>
              <a:t>본문 </a:t>
            </a:r>
            <a:r>
              <a:rPr lang="en-US" altLang="ko-KR"/>
              <a:t>2nd </a:t>
            </a:r>
            <a:r>
              <a:rPr lang="ko-KR" altLang="en-US"/>
              <a:t>레벨 </a:t>
            </a:r>
            <a:endParaRPr lang="en-GB"/>
          </a:p>
          <a:p>
            <a:pPr lvl="2"/>
            <a:r>
              <a:rPr lang="ko-KR" altLang="en-US"/>
              <a:t>본문 </a:t>
            </a:r>
            <a:r>
              <a:rPr lang="en-US" altLang="ko-KR"/>
              <a:t>3rd</a:t>
            </a:r>
            <a:r>
              <a:rPr lang="ko-KR" altLang="en-US"/>
              <a:t> 레벨</a:t>
            </a:r>
            <a:endParaRPr lang="en-GB"/>
          </a:p>
          <a:p>
            <a:pPr lvl="3"/>
            <a:r>
              <a:rPr lang="ko-KR" altLang="en-US"/>
              <a:t>본문 </a:t>
            </a:r>
            <a:r>
              <a:rPr lang="en-US" altLang="ko-KR"/>
              <a:t>4th</a:t>
            </a:r>
            <a:r>
              <a:rPr lang="ko-KR" altLang="en-US"/>
              <a:t> 레벨</a:t>
            </a:r>
            <a:endParaRPr lang="en-GB"/>
          </a:p>
          <a:p>
            <a:pPr lvl="4"/>
            <a:r>
              <a:rPr lang="ko-KR" altLang="en-US"/>
              <a:t>본문 </a:t>
            </a:r>
            <a:r>
              <a:rPr lang="en-US" altLang="ko-KR"/>
              <a:t>5th </a:t>
            </a:r>
            <a:r>
              <a:rPr lang="ko-KR" altLang="en-US"/>
              <a:t>레벨 </a:t>
            </a:r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084E073-5143-DBDE-2AB2-5E6F7ABA50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0996" y="1112043"/>
            <a:ext cx="2925000" cy="3502800"/>
          </a:xfrm>
        </p:spPr>
        <p:txBody>
          <a:bodyPr lIns="90000">
            <a:noAutofit/>
          </a:bodyPr>
          <a:lstStyle>
            <a:lvl1pPr marL="285757" marR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  <a:sym typeface="Wingdings" pitchFamily="2" charset="2"/>
              </a:defRPr>
            </a:lvl1pPr>
            <a:lvl2pPr marL="742969" indent="-285757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1"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2pPr>
            <a:lvl3pPr marL="1143029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3pPr>
            <a:lvl4pPr marL="1600241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4pPr>
            <a:lvl5pPr marL="2057452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5pPr>
          </a:lstStyle>
          <a:p>
            <a:pPr marL="285757" marR="0" lvl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/>
            </a:pPr>
            <a:r>
              <a:rPr lang="ko-KR" altLang="en-US"/>
              <a:t>본문은 여기에 작성하세요</a:t>
            </a:r>
            <a:r>
              <a:rPr lang="en-US" altLang="ko-KR"/>
              <a:t> </a:t>
            </a:r>
          </a:p>
          <a:p>
            <a:pPr lvl="1"/>
            <a:r>
              <a:rPr lang="ko-KR" altLang="en-US"/>
              <a:t>본문 </a:t>
            </a:r>
            <a:r>
              <a:rPr lang="en-US" altLang="ko-KR"/>
              <a:t>2nd </a:t>
            </a:r>
            <a:r>
              <a:rPr lang="ko-KR" altLang="en-US"/>
              <a:t>레벨 </a:t>
            </a:r>
            <a:endParaRPr lang="en-GB"/>
          </a:p>
          <a:p>
            <a:pPr lvl="2"/>
            <a:r>
              <a:rPr lang="ko-KR" altLang="en-US"/>
              <a:t>본문 </a:t>
            </a:r>
            <a:r>
              <a:rPr lang="en-US" altLang="ko-KR"/>
              <a:t>3rd</a:t>
            </a:r>
            <a:r>
              <a:rPr lang="ko-KR" altLang="en-US"/>
              <a:t> 레벨</a:t>
            </a:r>
            <a:endParaRPr lang="en-GB"/>
          </a:p>
          <a:p>
            <a:pPr lvl="3"/>
            <a:r>
              <a:rPr lang="ko-KR" altLang="en-US"/>
              <a:t>본문 </a:t>
            </a:r>
            <a:r>
              <a:rPr lang="en-US" altLang="ko-KR"/>
              <a:t>4th</a:t>
            </a:r>
            <a:r>
              <a:rPr lang="ko-KR" altLang="en-US"/>
              <a:t> 레벨</a:t>
            </a:r>
            <a:endParaRPr lang="en-GB"/>
          </a:p>
          <a:p>
            <a:pPr lvl="4"/>
            <a:r>
              <a:rPr lang="ko-KR" altLang="en-US"/>
              <a:t>본문 </a:t>
            </a:r>
            <a:r>
              <a:rPr lang="en-US" altLang="ko-KR"/>
              <a:t>5th </a:t>
            </a:r>
            <a:r>
              <a:rPr lang="ko-KR" altLang="en-US"/>
              <a:t>레벨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5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IA_Section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AF6B96-A12F-1945-8D91-2097D3B334A6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298D650-E8F3-4545-ABF5-903E2FF5D0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2499" y="1980000"/>
            <a:ext cx="4095000" cy="1800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900">
                <a:solidFill>
                  <a:schemeClr val="bg1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Section </a:t>
            </a:r>
            <a:br>
              <a:rPr lang="en-US"/>
            </a:br>
            <a:r>
              <a:rPr lang="en-US"/>
              <a:t>header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ABAF11-BD0B-7542-94F0-2129DC9E9C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65180"/>
          <a:stretch/>
        </p:blipFill>
        <p:spPr>
          <a:xfrm>
            <a:off x="0" y="2160000"/>
            <a:ext cx="9906000" cy="46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9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6106E65-026A-4C46-AFB0-85C3E784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500" y="540001"/>
            <a:ext cx="9321000" cy="10212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07E24A-2FF5-4246-BEF6-082A61118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500" y="1800001"/>
            <a:ext cx="9321000" cy="3364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EDD73-913A-A14E-9158-0586EE3B58B5}"/>
              </a:ext>
            </a:extLst>
          </p:cNvPr>
          <p:cNvSpPr txBox="1"/>
          <p:nvPr userDrawn="1"/>
        </p:nvSpPr>
        <p:spPr>
          <a:xfrm>
            <a:off x="631441" y="6773358"/>
            <a:ext cx="4387500" cy="875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GB" sz="569" b="0" i="0">
                <a:solidFill>
                  <a:schemeClr val="tx1"/>
                </a:solidFill>
                <a:latin typeface="+mn-lt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569" b="0" i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CFE34-B57E-58FB-D820-6F147899736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6763291"/>
            <a:ext cx="597198" cy="875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569">
                <a:solidFill>
                  <a:srgbClr val="000000"/>
                </a:solidFill>
                <a:latin typeface="+mn-lt"/>
                <a:cs typeface="Calibri" panose="020F0502020204030204" pitchFamily="34" charset="0"/>
              </a:rPr>
              <a:t>[AIA – INTERNAL]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02241-9B49-4B69-4E45-D8DBDCB42187}"/>
              </a:ext>
            </a:extLst>
          </p:cNvPr>
          <p:cNvSpPr txBox="1"/>
          <p:nvPr userDrawn="1"/>
        </p:nvSpPr>
        <p:spPr>
          <a:xfrm>
            <a:off x="9557954" y="6562556"/>
            <a:ext cx="283267" cy="189259"/>
          </a:xfrm>
          <a:prstGeom prst="rect">
            <a:avLst/>
          </a:prstGeom>
          <a:noFill/>
        </p:spPr>
        <p:txBody>
          <a:bodyPr wrap="square" lIns="73125" tIns="38025" rIns="73125" bIns="38025" rtlCol="0">
            <a:spAutoFit/>
          </a:bodyPr>
          <a:lstStyle/>
          <a:p>
            <a:pPr algn="r"/>
            <a:fld id="{6FE44530-26CC-4F42-A475-9489E3A0E8D7}" type="slidenum">
              <a:rPr lang="en-US" sz="73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algn="r"/>
              <a:t>‹#›</a:t>
            </a:fld>
            <a:endParaRPr lang="en-US" sz="731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56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22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3" r:id="rId11"/>
    <p:sldLayoutId id="2147483724" r:id="rId12"/>
  </p:sldLayoutIdLst>
  <p:hf hdr="0" ftr="0" dt="0"/>
  <p:txStyles>
    <p:titleStyle>
      <a:lvl1pPr algn="l" defTabSz="742950" rtl="0" eaLnBrk="1" latinLnBrk="0" hangingPunct="1">
        <a:spcBef>
          <a:spcPct val="0"/>
        </a:spcBef>
        <a:buNone/>
        <a:defRPr sz="3900" b="0" kern="1200" cap="none" normalizeH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742950" rtl="0" eaLnBrk="1" latinLnBrk="0" hangingPunct="1">
        <a:lnSpc>
          <a:spcPct val="100000"/>
        </a:lnSpc>
        <a:spcBef>
          <a:spcPts val="975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3647" indent="-232172" algn="l" defTabSz="742950" rtl="0" eaLnBrk="1" latinLnBrk="0" hangingPunct="1">
        <a:lnSpc>
          <a:spcPct val="100000"/>
        </a:lnSpc>
        <a:spcBef>
          <a:spcPts val="975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28688" indent="-185738" algn="l" defTabSz="742950" rtl="0" eaLnBrk="1" latinLnBrk="0" hangingPunct="1">
        <a:lnSpc>
          <a:spcPct val="100000"/>
        </a:lnSpc>
        <a:spcBef>
          <a:spcPts val="975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00163" indent="-185738" algn="l" defTabSz="742950" rtl="0" eaLnBrk="1" latinLnBrk="0" hangingPunct="1">
        <a:lnSpc>
          <a:spcPct val="100000"/>
        </a:lnSpc>
        <a:spcBef>
          <a:spcPts val="975"/>
        </a:spcBef>
        <a:buFont typeface="Arial" panose="020B0604020202020204" pitchFamily="34" charset="0"/>
        <a:buChar char="–"/>
        <a:defRPr sz="1138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671638" indent="-185738" algn="l" defTabSz="742950" rtl="0" eaLnBrk="1" latinLnBrk="0" hangingPunct="1">
        <a:lnSpc>
          <a:spcPct val="100000"/>
        </a:lnSpc>
        <a:spcBef>
          <a:spcPts val="975"/>
        </a:spcBef>
        <a:buFont typeface="Arial" panose="020B0604020202020204" pitchFamily="34" charset="0"/>
        <a:buChar char="»"/>
        <a:defRPr sz="1138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043113" indent="-185738" algn="l" defTabSz="7429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tom.aia.biz/wiki/spaces/PSAM/pages/245584834/01+09+RAG-WM+04.+%EB%8B%A4%EC%A4%91+%EB%B2%A1%ED%84%B0+%EB%B0%8F+%ED%82%A4%EC%9B%8C%EB%93%9C+%EA%B2%80%EC%83%89+%EA%B2%B0%ED%95%A9%EC%9D%84+%ED%86%B5%ED%95%9C+%EA%B2%80%EC%83%89+%EA%B3%A0%EB%8F%84%ED%99%94+%EC%84%B1%EB%8A%A5+%EB%B6%84%EC%84%9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atom.aia.biz/wiki/spaces/PSAM/pages/245585342/ragas+%ED%94%84%EB%A0%88%EC%9E%84%EC%9B%8C%ED%81%AC" TargetMode="External"/><Relationship Id="rId4" Type="http://schemas.openxmlformats.org/officeDocument/2006/relationships/hyperlink" Target="https://atom.aia.biz/wiki/spaces/PSAM/pages/245592198/01+09+RAG-WM+05.+Rerank+%EC%84%B1%EB%8A%A5+%EC%B6%94%EA%B0%80+%ED%85%8C%EC%8A%A4%ED%8A%B8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iakr.sharepoint.com/:x:/r/sites/AICSRAssistantLiveChat/Shared%20Documents/02%20%EC%88%98%ED%96%89%EC%82%AC/99.%20%EC%97%85%EB%AC%B4%EB%B3%84/05.GenAI/05.%EB%8D%B0%EC%9D%B4%ED%84%B0%EC%85%8B/%EB%8B%B5%EB%B3%80DataSet/@Backup/%EB%8B%B5%EB%B3%80_%EC%84%B8%EB%B6%84%ED%99%94%20%ED%95%AD%EB%AA%A9%20%EB%8D%B0%EC%9D%B4%ED%84%B0%EC%85%8B%20%EA%B5%AC%EC%B6%95%EA%B0%80%EC%9D%B4%EB%93%9C_260107.xlsx?d=w1e05eee1b8074a4ca21a0c975ee6858a&amp;csf=1&amp;web=1&amp;e=UFZS5B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aiakr.sharepoint.com/:x:/r/sites/AICSRAssistantLiveChat/Shared%20Documents/02%20%EC%88%98%ED%96%89%EC%82%AC/99.%20%EC%97%85%EB%AC%B4%EB%B3%84/05.GenAI/05.%EB%8D%B0%EC%9D%B4%ED%84%B0%EC%85%8B/%EB%8B%B5%EB%B3%80DataSet/@Backup/%EC%9A%94%EC%95%BD_%EC%84%B8%EB%B6%84%ED%99%94%20%ED%95%AD%EB%AA%A9%20%EB%8D%B0%EC%9D%B4%ED%84%B0%EC%85%8B%20%EA%B5%AC%EC%B6%95%EA%B0%80%EC%9D%B4%EB%93%9C_260107.xlsx?d=w0cf0fff97bfa40e9b1f34158f8bbd8d3&amp;csf=1&amp;web=1&amp;e=GxSQXe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powerpoint/2010/main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슬라이드 번호 개체 틀 1">
            <a:extLst>
              <a:ext uri="{FF2B5EF4-FFF2-40B4-BE49-F238E27FC236}">
                <ns2:creationId id="{93EAF964-0950-4EF1-9974-B5A105659B60}"/>
              </a:ext>
            </a:extLst>
          </cNvPr>
          <cNvSpPr>
            <a:spLocks noGrp="1"/>
          </cNvSpPr>
          <nvPr>
            <ph type="sldNum" sz="quarter" idx="4"/>
          </nvPr>
        </nvSpPr>
        <spPr/>
        <txBody>
          <a:bodyPr/>
          <a:lstStyle/>
          <a:p>
            <a:pPr defTabSz="914423">
              <a:defRPr/>
            </a:pPr>
            <a:fld id="{18A41853-EF22-D446-BDBC-A7CF3FE93503}" type="slidenum">
              <a:rPr lang="en-US">
                <a:solidFill>
                  <a:srgbClr val="333C47"/>
                </a:solidFill>
              </a:rPr>
              <a:pPr defTabSz="914423">
                <a:defRPr/>
              </a:pPr>
              <a:t>1</a:t>
            </a:fld>
            <a:endParaRPr lang="en-US" dirty="0">
              <a:solidFill>
                <a:srgbClr val="333C47"/>
              </a:solidFill>
            </a:endParaRPr>
          </a:p>
        </txBody>
      </sp>
      <sp>
        <nvSpPr>
          <cNvPr id="3" name="텍스트 개체 틀 2">
            <a:extLst>
              <a:ext uri="{FF2B5EF4-FFF2-40B4-BE49-F238E27FC236}">
                <ns2:creationId id="{9520AF2F-2C58-4AF9-9EA0-0A221A960D26}"/>
              </a:ext>
            </a:extLst>
          </cNvPr>
          <cNvSpPr>
            <a:spLocks noGrp="1"/>
          </cNvSpPr>
          <nvPr>
            <ph type="body" sz="quarter" idx="10"/>
          </nvPr>
        </nvSpPr>
        <spPr>
          <a:xfrm>
            <a:off x="1334366" y="1373997"/>
            <a:ext cx="7975888" cy="1772802"/>
          </a:xfrm>
        </spPr>
        <txBody>
          <a:bodyPr/>
          <a:lstStyle/>
          <a:p>
            <a:r>
              <a:rPr lang="ko-KR" altLang="en-US" dirty="0">
                <a:solidFill>
                  <a:srgbClr val="000000"/>
                </a:solidFill>
                <a:latin typeface="+mj-lt"/>
              </a:rPr>
              <a:t>Answer Quality Checklist 기반 LDS 보고</a:t>
            </a:r>
            <a:r>
              <a:rPr lang="en-US" altLang="ko-KR" dirty="0">
                <a:solidFill>
                  <a:srgbClr val="000000"/>
                </a:solidFill>
                <a:latin typeface="+mj-lt"/>
              </a:rPr>
              <a:t>데이터, 검색, 생성, 운영 관점에서 정리한 답변 품질 개선 방향</a:t>
            </a:r>
          </a:p>
          <a:p>
            <a:r>
              <a:rPr lang="ko-KR" altLang="en-US" sz="2400" dirty="0">
                <a:solidFill>
                  <a:srgbClr val="000000"/>
                </a:solidFill>
                <a:latin typeface="+mj-lt"/>
              </a:rPr>
              <a:t>2026.04.02 (</a:t>
            </a:r>
            <a:r>
              <a:rPr lang="en-US" altLang="ko-KR" sz="2400" dirty="0">
                <a:solidFill>
                  <a:srgbClr val="000000"/>
                </a:solidFill>
                <a:latin typeface="+mj-lt"/>
              </a:rPr>
              <a:t>목</a:t>
            </a:r>
          </a:p>
          <a:p>
            <a:endParaRPr lang="en-US" altLang="ko-KR" dirty="0">
              <a:solidFill>
                <a:srgbClr val="000000"/>
              </a:solidFill>
              <a:latin typeface="+mj-lt"/>
            </a:endParaRPr>
          </a:p>
          <a:p>
            <a:endParaRPr lang="en-US" altLang="ko-KR" dirty="0">
              <a:solidFill>
                <a:srgbClr val="000000"/>
              </a:solidFill>
              <a:latin typeface="+mj-lt"/>
            </a:endParaRPr>
          </a:p>
          <a:p>
            <a:endParaRPr lang="en-US" altLang="ko-KR" dirty="0">
              <a:solidFill>
                <a:srgbClr val="000000"/>
              </a:solidFill>
              <a:latin typeface="+mj-lt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+mj-lt"/>
              </a:rPr>
              <a:t>)</a:t>
            </a:r>
          </a:p>
        </txBody>
      </sp>
      <sp>
        <nvSpPr>
          <cNvPr id="6" name="TextBox 7">
            <a:extLst>
              <a:ext uri="{FF2B5EF4-FFF2-40B4-BE49-F238E27FC236}">
                <ns2:creationId id="{9FD4C46E-8DE8-AE60-9E01-B3AC5D498568}"/>
              </a:ext>
            </a:extLst>
          </cNvPr>
          <cNvSpPr txBox="1"/>
          <nvPr/>
        </nvSpPr>
        <spPr>
          <a:xfrm>
            <a:off x="1213685" y="3983730"/>
            <a:ext cx="4418873" cy="307905"/>
          </a:xfrm>
          <a:prstGeom prst="rect">
            <a:avLst/>
          </a:prstGeom>
          <a:noFill/>
        </spPr>
        <txBody>
          <a:bodyPr wrap="square" lIns="0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r>
              <a:rPr lang="en-US" altLang="ko-KR" sz="140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40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40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ko-KR" altLang="en-US" sz="140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txBody>
      </sp>
    </spTree>
    <extLst>
      <ext uri="{BB962C8B-B14F-4D97-AF65-F5344CB8AC3E}">
        <ns3:creationId val="3878942119"/>
      </ext>
    </extLst>
  </cSld>
  <clrMapOvr>
    <a:masterClrMapping/>
  </clrMapOvr>
</sld>
</file>

<file path=ppt/slides/slide2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drawing/2010/main" xmlns:ns4="http://schemas.microsoft.com/office/drawing/2016/SVG/main" xmlns:ns6="http://schemas.microsoft.com/office/powerpoint/2010/main" xmlns:ns7="http://schemas.openxmlformats.org/markup-compatibility/2006" xmlns:r="http://schemas.openxmlformats.org/officeDocument/2006/relationships">
  <cSld>
    <spTree>
      <nvGrpSpPr>
        <cNvPr id="1" name=""/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2" name="슬라이드 번호 개체 틀 1">
            <a:extLst>
              <a:ext uri="{FF2B5EF4-FFF2-40B4-BE49-F238E27FC236}">
                <ns2:creationId id="{C6EBC163-0FFD-A7C9-27D8-16C553198290}"/>
              </a:ext>
            </a:extLst>
          </cNvPr>
          <cNvSpPr>
            <a:spLocks noGrp="1"/>
          </cNvSpPr>
          <nvPr>
            <ph type="sldNum" sz="quarter" idx="4294967295"/>
          </nvPr>
        </nvSpPr>
        <spPr>
          <a:xfrm>
            <a:off x="0" y="0"/>
            <a:ext cx="0" cy="0"/>
          </a:xfrm>
        </spPr>
        <txBody>
          <a:bodyPr/>
          <a:lstStyle/>
          <a:p>
            <a:endParaRPr lang="en-US" dirty="0"/>
          </a:p>
        </txBody>
      </sp>
      <sp>
        <nvSpPr>
          <cNvPr id="8" name="TextBox 7">
            <a:extLst>
              <a:ext uri="{FF2B5EF4-FFF2-40B4-BE49-F238E27FC236}">
                <ns2:creationId id="{925CCE68-93D0-D84C-963A-BABAFD8F8D1B}"/>
              </a:ext>
            </a:extLst>
          </cNvPr>
          <cNvSpPr txBox="1"/>
          <nvPr/>
        </nvSpPr>
        <spPr>
          <a:xfrm>
            <a:off x="5276040" y="2058446"/>
            <a:ext cx="4314547" cy="3231654"/>
          </a:xfrm>
          <a:prstGeom prst="rect">
            <a:avLst/>
          </a:prstGeom>
          <a:noFill/>
        </spPr>
        <txBody>
          <a:bodyPr wrap="square" rtlCol="0">
            <a:spAutoFit/>
          </a:bodyPr>
          <a:lstStyle/>
          <a:p>
            <a:pPr marL="400050" indent="-400050">
              <a:buAutoNum type="romanUcPeriod"/>
            </a:pPr>
            <a:r>
              <a:rPr lang="en-US" altLang="ko-KR" sz="2400" dirty="0">
                <a:latin typeface="AIA Vitality KR Bold" panose="00000800000000000000" pitchFamily="2" charset="-127"/>
                <a:ea typeface="AIA Vitality KR Bold" panose="00000800000000000000" pitchFamily="2" charset="-127"/>
                <a:cs typeface="Arial" panose="020B0604020202020204" pitchFamily="34" charset="0"/>
              </a:rPr>
              <a:t>LDS</a:t>
            </a:r>
            <a:br>
              <a:rPr lang="en-US" altLang="ko-KR" sz="2400" dirty="0">
                <a:latin typeface="AIA Vitality KR Bold" panose="00000800000000000000" pitchFamily="2" charset="-127"/>
                <a:ea typeface="AIA Vitality KR Bold" panose="00000800000000000000" pitchFamily="2" charset="-127"/>
                <a:cs typeface="Arial" panose="020B0604020202020204" pitchFamily="34" charset="0"/>
              </a:rPr>
            </a:br>
            <a: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1.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추진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  <a:t>배경</a:t>
            </a:r>
            <a:b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</a:br>
            <a: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  <a:t>2.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전체 현황</a:t>
            </a:r>
            <a:b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</a:br>
            <a: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  <a:t>3.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핵심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  <a:t>학습</a:t>
            </a:r>
            <a:endParaRPr lang="en-US" altLang="ko-KR" dirty="0">
              <a:latin typeface="AIA 바이탈리티 KR Regular" panose="00000500000000000000" pitchFamily="2" charset="-127"/>
              <a:ea typeface="AIA 바이탈리티 KR Regular" panose="00000500000000000000" pitchFamily="2" charset="-127"/>
              <a:cs typeface="Arial" panose="020B0604020202020204" pitchFamily="34" charset="0"/>
            </a:endParaRPr>
          </a:p>
          <a:p>
            <a:pPr marL="400050" indent="-400050">
              <a:buAutoNum type="romanUcPeriod"/>
            </a:pPr>
            <a:endParaRPr lang="en-US" altLang="ko-KR" sz="2400" dirty="0">
              <a:latin typeface="AIA Vitality KR Bold" panose="00000800000000000000" pitchFamily="2" charset="-127"/>
              <a:ea typeface="AIA Vitality KR Bold" panose="00000800000000000000" pitchFamily="2" charset="-127"/>
              <a:cs typeface="Arial" panose="020B0604020202020204" pitchFamily="34" charset="0"/>
            </a:endParaRPr>
          </a:p>
          <a:p>
            <a:pPr marL="400050" indent="-400050">
              <a:buAutoNum type="romanUcPeriod"/>
            </a:pPr>
            <a:r>
              <a:rPr lang="ko-KR" altLang="en-US" sz="2400" dirty="0">
                <a:latin typeface="AIA Vitality KR Bold" panose="00000800000000000000" pitchFamily="2" charset="-127"/>
                <a:ea typeface="AIA Vitality KR Bold" panose="00000800000000000000" pitchFamily="2" charset="-127"/>
                <a:cs typeface="Arial" panose="020B0604020202020204" pitchFamily="34" charset="0"/>
              </a:rPr>
              <a:t>실행 과제</a:t>
            </a:r>
            <a:br>
              <a:rPr lang="en-US" altLang="ko-KR" sz="2400" dirty="0">
                <a:latin typeface="AIA Vitality KR Bold" panose="00000800000000000000" pitchFamily="2" charset="-127"/>
                <a:ea typeface="AIA Vitality KR Bold" panose="00000800000000000000" pitchFamily="2" charset="-127"/>
                <a:cs typeface="Arial" panose="020B0604020202020204" pitchFamily="34" charset="0"/>
              </a:rPr>
            </a:br>
            <a: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1.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즉시 실행 과제</a:t>
            </a:r>
            <a:b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</a:br>
            <a: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2.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확산 및 다음 단계</a:t>
            </a:r>
            <a:endParaRPr lang="en-US" altLang="ko-KR" dirty="0">
              <a:latin typeface="AIA 바이탈리티 KR Regular" panose="00000500000000000000" pitchFamily="2" charset="-127"/>
              <a:ea typeface="AIA 바이탈리티 KR Regular" panose="00000500000000000000" pitchFamily="2" charset="-127"/>
              <a:cs typeface="Arial" panose="020B0604020202020204" pitchFamily="34" charset="0"/>
            </a:endParaRPr>
          </a:p>
          <a:p>
            <a:pPr marL="400050" indent="-400050">
              <a:buAutoNum type="romanUcPeriod"/>
            </a:pPr>
            <a:endParaRPr lang="en-US" altLang="ko-KR" dirty="0">
              <a:latin typeface="AIA 바이탈리티 KR Regular" panose="00000500000000000000" pitchFamily="2" charset="-127"/>
              <a:ea typeface="AIA 바이탈리티 KR Regular" panose="00000500000000000000" pitchFamily="2" charset="-127"/>
              <a:cs typeface="Arial" panose="020B0604020202020204" pitchFamily="34" charset="0"/>
            </a:endParaRPr>
          </a:p>
          <a:p>
            <a:pPr marL="400050" indent="-400050">
              <a:buAutoNum type="romanUcPeriod"/>
            </a:pPr>
            <a:r>
              <a:rPr lang="ko-KR" altLang="en-US" sz="2400" dirty="0">
                <a:latin typeface="AIA Vitality KR Bold" panose="00000800000000000000" pitchFamily="2" charset="-127"/>
                <a:ea typeface="AIA Vitality KR Bold" panose="00000800000000000000" pitchFamily="2" charset="-127"/>
                <a:cs typeface="Arial" panose="020B0604020202020204" pitchFamily="34" charset="0"/>
              </a:rPr>
              <a:t>Q&amp;A</a:t>
            </a:r>
            <a:endParaRPr lang="en-US" altLang="ko-KR" sz="2400" dirty="0">
              <a:latin typeface="AIA Vitality KR Bold" panose="00000800000000000000" pitchFamily="2" charset="-127"/>
              <a:ea typeface="AIA Vitality KR Bold" panose="00000800000000000000" pitchFamily="2" charset="-127"/>
            </a:endParaRPr>
          </a:p>
        </txBody>
      </sp>
      <sp>
        <nvSpPr>
          <cNvPr id="3" name="Rectangle 3">
            <a:extLst>
              <a:ext uri="{FF2B5EF4-FFF2-40B4-BE49-F238E27FC236}">
                <ns2:creationId id="{06D4FCA9-9FC9-DDD3-255F-2B3FA65B02A8}"/>
              </a:ext>
            </a:extLst>
          </cNvPr>
          <cNvSpPr/>
          <nvPr/>
        </nvSpPr>
        <spPr>
          <a:xfrm>
            <a:off x="0" y="0"/>
            <a:ext cx="3138709" cy="6858000"/>
          </a:xfrm>
          <a:prstGeom prst="rect">
            <a:avLst/>
          </a:prstGeom>
          <a:ln>
            <a:noFill/>
          </a:ln>
        </spPr>
        <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style>
        <txBody>
          <a:bodyPr rtlCol="0" anchor="ctr"/>
          <a:lstStyle/>
          <a:p>
            <a:pPr algn="ctr"/>
            <a:endParaRPr lang="en-US" dirty="0"/>
          </a:p>
        </txBody>
      </sp>
      <pic>
        <nvPicPr>
          <cNvPr id="10" name="Graphic 3">
            <a:extLst>
              <a:ext uri="{FF2B5EF4-FFF2-40B4-BE49-F238E27FC236}">
                <ns2:creationId id="{66C861A9-8E7B-1C1D-D33A-B02FAD497A01}"/>
              </a:ext>
            </a:extLst>
          </cNvPr>
          <cNvPicPr>
            <a:picLocks noChangeAspect="1"/>
          </cNvPicPr>
          <nvPr/>
        </nvPicPr>
        <blipFill rotWithShape="1">
          <a:blip cstate="print">
            <a:extLst>
              <a:ext uri="{28A0092B-C50C-407E-A947-70E740481C1C}">
                <ns3:useLocalDpi/>
              </a:ext>
              <a:ext uri="{96DAC541-7B7A-43D3-8B79-37D633B846F1}">
                <ns4:svgBlip r:embed="rId2"/>
              </a:ext>
            </a:extLst>
          </a:blip>
          <a:srcRect r="26370" b="31414"/>
          <a:stretch/>
        </blipFill>
        <spPr>
          <a:xfrm>
            <a:off x="0" y="3021874"/>
            <a:ext cx="3138709" cy="3836125"/>
          </a:xfrm>
          <a:prstGeom prst="rect">
            <a:avLst/>
          </a:prstGeom>
        </spPr>
      </pic>
    </spTree>
    <extLst>
      <ext uri="{BB962C8B-B14F-4D97-AF65-F5344CB8AC3E}">
        <ns6:creationId val="967501662"/>
      </ext>
    </extLst>
  </cSld>
  <clrMapOvr>
    <a:masterClrMapping/>
  </clrMapOvr>
  <ns7:AlternateContent>
    <ns7:Choice Requires="p14">
      <transition ns6:dur="250">
        <fade/>
      </transition>
    </ns7:Choice>
    <ns7:Fallback>
      <transition>
        <fade/>
      </transition>
    </ns7:Fallback>
  </ns7:AlternateContent>
</sld>
</file>

<file path=ppt/slides/slide3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powerpoint/2010/main">
  <cSld>
    <spTree>
      <nvGrpSpPr>
        <cNvPr id="1" name="">
          <a:extLst>
            <a:ext uri="{FF2B5EF4-FFF2-40B4-BE49-F238E27FC236}">
              <ns2:creationId id="{A4FA2D24-A23E-2008-2F81-CFF8EDB4F7DA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4" name="텍스트 개체 틀 3">
            <a:extLst>
              <a:ext uri="{FF2B5EF4-FFF2-40B4-BE49-F238E27FC236}">
                <ns2:creationId id="{3D977597-8992-C965-914A-D70DEFB66B1B}"/>
              </a:ext>
            </a:extLst>
          </cNvPr>
          <cNvSpPr>
            <a:spLocks noGrp="1"/>
          </cNvSpPr>
          <nvPr>
            <ph type="body" sz="quarter" idx="16"/>
          </nvPr>
        </nvSpPr>
        <spPr/>
        <txBody>
          <a:bodyPr/>
          <a:lstStyle/>
          <a:p>
            <a:r>
              <a:rPr lang="en-US" altLang="ko-KR" dirty="0"/>
              <a:t>I. LDS</a:t>
            </a:r>
            <a:endParaRPr lang="ko-KR" altLang="en-US" dirty="0"/>
          </a:p>
        </txBody>
      </sp>
      <sp>
        <nvSpPr>
          <cNvPr id="5" name="텍스트 개체 틀 2">
            <a:extLst>
              <a:ext uri="{FF2B5EF4-FFF2-40B4-BE49-F238E27FC236}">
                <ns2:creationId id="{57DDF77E-BCEC-82AD-DB83-4BBAC2A90F45}"/>
              </a:ext>
            </a:extLst>
          </cNvPr>
          <cNvSpPr txBox="1">
            <a:spLocks/>
          </cNvSpPr>
          <nvPr/>
        </nvSpPr>
        <spPr>
          <a:xfrm>
            <a:off x="415280" y="959014"/>
            <a:ext cx="9074150" cy="288000"/>
          </a:xfrm>
          <a:prstGeom prst="rect">
            <a:avLst/>
          </a:prstGeom>
        </spPr>
        <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1.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체크리스트 전체 현황 </a:t>
            </a:r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: </a:t>
            </a:r>
            <a:r>
              <a:rPr lang="en-US" altLang="ko-KR" sz="12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34건</a:t>
            </a:r>
            <a:r>
              <a:rPr lang="ko-KR" altLang="en-US" sz="12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중</a:t>
            </a:r>
            <a:r>
              <a:rPr lang="en-US" altLang="ko-KR" sz="12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25건 진행 </a:t>
            </a:r>
            <a:r>
              <a:rPr lang="ko-KR" altLang="en-US" sz="12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요약표</a:t>
            </a:r>
          </a:p>
          <a:p>
            <a:endParaRPr lang="ko-KR" altLang="en-US" sz="1400" b="1" dirty="0">
              <a:latin typeface="AIA 바이탈리티 KR Bold" panose="00000800000000000000" pitchFamily="2" charset="-127"/>
              <a:ea typeface="AIA 바이탈리티 KR Bold" panose="00000800000000000000" pitchFamily="2" charset="-127"/>
            </a:endParaRPr>
          </a:p>
        </txBody>
      </sp>
      <graphicFrame>
        <nvGraphicFramePr>
          <cNvPr id="8" name="표 7">
            <a:extLst>
              <a:ext uri="{FF2B5EF4-FFF2-40B4-BE49-F238E27FC236}">
                <ns2:creationId id="{8F2E6A05-B130-D1D7-EA01-5356B73BD86D}"/>
              </a:ext>
            </a:extLst>
          </cNvPr>
          <cNvGraphicFramePr>
            <a:graphicFrameLocks noGrp="1"/>
          </cNvGraphicFramePr>
          <nvPr>
            <extLst>
              <ext uri="{D42A27DB-BD31-4B8C-83A1-F6EECF244321}">
                <ns3:modId val="3336353150"/>
              </ext>
            </extLst>
          </nvPr>
        </nvGraphicFramePr>
        <xfrm>
          <a:off x="414941" y="1384761"/>
          <a:ext cx="9074151" cy="4861952"/>
        </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647">
                  <a:extLst>
                    <a:ext uri="{9D8B030D-6E8A-4147-A177-3AD203B41FA5}">
                      <ns2:colId val="1714474902"/>
                    </a:ext>
                  </a:extLst>
                </a:gridCol>
                <a:gridCol w="3803252">
                  <a:extLst>
                    <a:ext uri="{9D8B030D-6E8A-4147-A177-3AD203B41FA5}">
                      <ns2:colId val="2372746940"/>
                    </a:ext>
                  </a:extLst>
                </a:gridCol>
                <a:gridCol w="3803252">
                  <a:extLst>
                    <a:ext uri="{9D8B030D-6E8A-4147-A177-3AD203B41FA5}">
                      <ns2:colId val="3533699463"/>
                    </a:ext>
                  </a:extLst>
                </a:gridCol>
              </a:tblGrid>
              <a:tr h="3356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전체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진행중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ns2:rowId val="671029073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미착수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높음 우선순위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높음+미착수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 대상 전체 규모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실행 중인 과제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즉시 보완이 필요한 항목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리스크 집중 구간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우선 조치 필요 구간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현황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25건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9건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24건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5건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해석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 과제는 충분히 발굴됨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실행은 진행 중이나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미착수 9건이 남아 있음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우선순위는 높게 잡혀 있고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그중 5건은 즉시 착수 필요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2581003720"/>
                  </a:ext>
                </a:extLst>
              </a:tr>
              <a:tr h="23861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4081764132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261667989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703677430"/>
                  </a:ext>
                </a:extLst>
              </a:tr>
              <a:tr h="47723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193467430"/>
                  </a:ext>
                </a:extLst>
              </a:tr>
              <a:tr h="372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395135514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algn="l" latinLnBrk="1"/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395487686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3340036582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810114569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8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30582851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3843591635"/>
                  </a:ext>
                </a:extLst>
              </a:tr>
              <a:tr h="23861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2969802886"/>
                  </a:ext>
                </a:extLst>
              </a:tr>
              <a:tr h="23861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2578713088"/>
                  </a:ext>
                </a:extLst>
              </a:tr>
            </a:tbl>
          </a:graphicData>
        </a:graphic>
      </graphicFrame>
    </spTree>
    <extLst>
      <ext uri="{BB962C8B-B14F-4D97-AF65-F5344CB8AC3E}">
        <ns3:creationId val="3164231682"/>
      </ext>
    </extLst>
  </cSld>
  <clrMapOvr>
    <a:masterClrMapping/>
  </clrMapOvr>
</sld>
</file>

<file path=ppt/slides/slide4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powerpoint/2010/main">
  <cSld>
    <spTree>
      <nvGrpSpPr>
        <cNvPr id="1" name="">
          <a:extLst>
            <a:ext uri="{FF2B5EF4-FFF2-40B4-BE49-F238E27FC236}">
              <ns2:creationId id="{349658C6-DB05-34E2-A3CA-59CA3D366EBB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4" name="텍스트 개체 틀 3">
            <a:extLst>
              <a:ext uri="{FF2B5EF4-FFF2-40B4-BE49-F238E27FC236}">
                <ns2:creationId id="{DED1B8E5-7CB6-E917-0003-C106FAD617EC}"/>
              </a:ext>
            </a:extLst>
          </cNvPr>
          <cNvSpPr>
            <a:spLocks noGrp="1"/>
          </cNvSpPr>
          <nvPr>
            <ph type="body" sz="quarter" idx="16"/>
          </nvPr>
        </nvSpPr>
        <spPr/>
        <txBody>
          <a:bodyPr/>
          <a:lstStyle/>
          <a:p>
            <a:r>
              <a:rPr lang="en-US" altLang="ko-KR" dirty="0"/>
              <a:t>I. LDS</a:t>
            </a:r>
            <a:endParaRPr lang="ko-KR" altLang="en-US" dirty="0"/>
          </a:p>
        </txBody>
      </sp>
      <sp>
        <nvSpPr>
          <cNvPr id="5" name="텍스트 개체 틀 2">
            <a:extLst>
              <a:ext uri="{FF2B5EF4-FFF2-40B4-BE49-F238E27FC236}">
                <ns2:creationId id="{13D6B198-BFBF-288E-A589-5E2061C7DB1E}"/>
              </a:ext>
            </a:extLst>
          </cNvPr>
          <cNvSpPr txBox="1">
            <a:spLocks/>
          </cNvSpPr>
          <nvPr/>
        </nvSpPr>
        <spPr>
          <a:xfrm>
            <a:off x="415280" y="959014"/>
            <a:ext cx="9074150" cy="288000"/>
          </a:xfrm>
          <a:prstGeom prst="rect">
            <a:avLst/>
          </a:prstGeom>
        </spPr>
        <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2.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Learn 1</a:t>
            </a:r>
          </a:p>
        </txBody>
      </sp>
      <graphicFrame>
        <nvGraphicFramePr>
          <cNvPr id="3" name="표 2">
            <a:extLst>
              <a:ext uri="{FF2B5EF4-FFF2-40B4-BE49-F238E27FC236}">
                <ns2:creationId id="{AC548DE3-9730-D692-54C8-8134B9759AD1}"/>
              </a:ext>
            </a:extLst>
          </cNvPr>
          <cNvGraphicFramePr>
            <a:graphicFrameLocks noGrp="1"/>
          </cNvGraphicFramePr>
          <nvPr>
            <extLst>
              <ext uri="{D42A27DB-BD31-4B8C-83A1-F6EECF244321}">
                <ns3:modId val="4204021689"/>
              </ext>
            </extLst>
          </nvPr>
        </nvGraphicFramePr>
        <xfrm>
          <a:off x="423910" y="1384758"/>
          <a:ext cx="9074151" cy="4791924"/>
        </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223">
                  <a:extLst>
                    <a:ext uri="{9D8B030D-6E8A-4147-A177-3AD203B41FA5}">
                      <ns2:colId val="1714474902"/>
                    </a:ext>
                  </a:extLst>
                </a:gridCol>
                <a:gridCol w="884933">
                  <a:extLst>
                    <a:ext uri="{9D8B030D-6E8A-4147-A177-3AD203B41FA5}">
                      <ns2:colId val="1293911367"/>
                    </a:ext>
                  </a:extLst>
                </a:gridCol>
                <a:gridCol w="1220452">
                  <a:extLst>
                    <a:ext uri="{9D8B030D-6E8A-4147-A177-3AD203B41FA5}">
                      <ns2:colId val="2372746940"/>
                    </a:ext>
                  </a:extLst>
                </a:gridCol>
                <a:gridCol w="1838078">
                  <a:extLst>
                    <a:ext uri="{9D8B030D-6E8A-4147-A177-3AD203B41FA5}">
                      <ns2:colId val="33697222"/>
                    </a:ext>
                  </a:extLst>
                </a:gridCol>
                <a:gridCol w="1734155">
                  <a:extLst>
                    <a:ext uri="{9D8B030D-6E8A-4147-A177-3AD203B41FA5}">
                      <ns2:colId val="184382775"/>
                    </a:ext>
                  </a:extLst>
                </a:gridCol>
                <a:gridCol w="1734155">
                  <a:extLst>
                    <a:ext uri="{9D8B030D-6E8A-4147-A177-3AD203B41FA5}">
                      <ns2:colId val="3029513077"/>
                    </a:ext>
                  </a:extLst>
                </a:gridCol>
                <a:gridCol w="767155">
                  <a:extLst>
                    <a:ext uri="{9D8B030D-6E8A-4147-A177-3AD203B41FA5}">
                      <ns2:colId val="3533699463"/>
                    </a:ext>
                  </a:extLst>
                </a:gridCol>
              </a:tblGrid>
              <a:tr h="30957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핵심 포인트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중요성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미흡 시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우선 조치</a:t>
                      </a:r>
                      <a:b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예시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ns2:rowId val="671029073"/>
                  </a:ext>
                </a:extLst>
              </a:tr>
              <a:tr h="730074">
                <a:tc rowSpan="5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기반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골든셋 정합성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질문-정답-Chunk ID가 맞아야 평가 해석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기준이 흔들리면 모든 수치가 흔들림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 효과를 신뢰하기 어려움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세트 최신화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정답지, Chunk 매핑 정비</a:t>
                      </a: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성공 분리 측정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실패와 생성 실패를 분리해 봐야 원인 파악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원인별 개선 우선순위 정리에 필요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문제를 모델 문제로 오해할 수 있음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실패 코드북 도입</a:t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DATA/INDEX/META/QUERY/RANK 분리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 안정성</a:t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 누락, hallucination, 표현 품질을 별도 관리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정답 문서를 찾아도 답변 품질은 별개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성공 후에도 오류가 남음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출처 생성 규칙 강화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 실패 케이스북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2581003720"/>
                  </a:ext>
                </a:extLst>
              </a:tr>
              <a:tr h="73007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4081764132"/>
                  </a:ext>
                </a:extLst>
              </a:tr>
              <a:tr h="73007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261667989"/>
                  </a:ext>
                </a:extLst>
              </a:tr>
              <a:tr h="73007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703677430"/>
                  </a:ext>
                </a:extLst>
              </a:tr>
              <a:tr h="73007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/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2678031800"/>
                  </a:ext>
                </a:extLst>
              </a:tr>
              <a:tr h="73007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395135514"/>
                  </a:ext>
                </a:extLst>
              </a:tr>
            </a:tbl>
          </a:graphicData>
        </a:graphic>
      </graphicFrame>
    </spTree>
    <extLst>
      <ext uri="{BB962C8B-B14F-4D97-AF65-F5344CB8AC3E}">
        <ns3:creationId val="86053059"/>
      </ext>
    </extLst>
  </cSld>
  <clrMapOvr>
    <a:masterClrMapping/>
  </clrMapOvr>
</sld>
</file>

<file path=ppt/slides/slide5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powerpoint/2010/main">
  <cSld>
    <spTree>
      <nvGrpSpPr>
        <cNvPr id="1" name="">
          <a:extLst>
            <a:ext uri="{FF2B5EF4-FFF2-40B4-BE49-F238E27FC236}">
              <ns2:creationId id="{D17911D5-EC03-5CDF-DB6D-D4CA2BA170E0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4" name="텍스트 개체 틀 3">
            <a:extLst>
              <a:ext uri="{FF2B5EF4-FFF2-40B4-BE49-F238E27FC236}">
                <ns2:creationId id="{AD559E77-7825-D67B-8B7C-A9A06BD208BD}"/>
              </a:ext>
            </a:extLst>
          </cNvPr>
          <cNvSpPr>
            <a:spLocks noGrp="1"/>
          </cNvSpPr>
          <nvPr>
            <ph type="body" sz="quarter" idx="16"/>
          </nvPr>
        </nvSpPr>
        <spPr/>
        <txBody>
          <a:bodyPr/>
          <a:lstStyle/>
          <a:p>
            <a:r>
              <a:rPr lang="en-US" altLang="ko-KR" dirty="0"/>
              <a:t>I. LDS</a:t>
            </a:r>
            <a:endParaRPr lang="ko-KR" altLang="en-US" dirty="0"/>
          </a:p>
        </txBody>
      </sp>
      <sp>
        <nvSpPr>
          <cNvPr id="5" name="텍스트 개체 틀 2">
            <a:extLst>
              <a:ext uri="{FF2B5EF4-FFF2-40B4-BE49-F238E27FC236}">
                <ns2:creationId id="{46BA7415-18B4-003B-6E2F-E32A811181DE}"/>
              </a:ext>
            </a:extLst>
          </cNvPr>
          <cNvSpPr txBox="1">
            <a:spLocks/>
          </cNvSpPr>
          <nvPr/>
        </nvSpPr>
        <spPr>
          <a:xfrm>
            <a:off x="415280" y="959014"/>
            <a:ext cx="9074150" cy="288000"/>
          </a:xfrm>
          <a:prstGeom prst="rect">
            <a:avLst/>
          </a:prstGeom>
        </spPr>
        <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3.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Do 1</a:t>
            </a:r>
          </a:p>
        </txBody>
      </sp>
      <graphicFrame>
        <nvGraphicFramePr>
          <cNvPr id="2" name="표 1">
            <a:extLst>
              <a:ext uri="{FF2B5EF4-FFF2-40B4-BE49-F238E27FC236}">
                <ns2:creationId id="{3480A600-8832-8A37-081B-2CBC18101AD3}"/>
              </a:ext>
            </a:extLst>
          </cNvPr>
          <cNvGraphicFramePr>
            <a:graphicFrameLocks noGrp="1"/>
          </cNvGraphicFramePr>
          <nvPr>
            <extLst>
              <ext uri="{D42A27DB-BD31-4B8C-83A1-F6EECF244321}">
                <ns3:modId val="2853823430"/>
              </ext>
            </extLst>
          </nvPr>
        </nvGraphicFramePr>
        <xfrm>
          <a:off x="423904" y="1384763"/>
          <a:ext cx="9065528" cy="4830769"/>
        </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743">
                  <a:extLst>
                    <a:ext uri="{9D8B030D-6E8A-4147-A177-3AD203B41FA5}">
                      <ns2:colId val="2634947191"/>
                    </a:ext>
                  </a:extLst>
                </a:gridCol>
                <a:gridCol w="959224">
                  <a:extLst>
                    <a:ext uri="{9D8B030D-6E8A-4147-A177-3AD203B41FA5}">
                      <ns2:colId val="1293911367"/>
                    </a:ext>
                  </a:extLst>
                </a:gridCol>
                <a:gridCol w="1775011">
                  <a:extLst>
                    <a:ext uri="{9D8B030D-6E8A-4147-A177-3AD203B41FA5}">
                      <ns2:colId val="33697222"/>
                    </a:ext>
                  </a:extLst>
                </a:gridCol>
                <a:gridCol w="2250142">
                  <a:extLst>
                    <a:ext uri="{9D8B030D-6E8A-4147-A177-3AD203B41FA5}">
                      <ns2:colId val="184382775"/>
                    </a:ext>
                  </a:extLst>
                </a:gridCol>
                <a:gridCol w="1864658">
                  <a:extLst>
                    <a:ext uri="{9D8B030D-6E8A-4147-A177-3AD203B41FA5}">
                      <ns2:colId val="1351009638"/>
                    </a:ext>
                  </a:extLst>
                </a:gridCol>
                <a:gridCol w="1788750">
                  <a:extLst>
                    <a:ext uri="{9D8B030D-6E8A-4147-A177-3AD203B41FA5}">
                      <ns2:colId val="3029513077"/>
                    </a:ext>
                  </a:extLst>
                </a:gridCol>
              </a:tblGrid>
              <a:tr h="3292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No.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필요성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핵심 개선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적용 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기대효과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ns2:rowId val="671029073"/>
                  </a:ext>
                </a:extLst>
              </a:tr>
              <a:tr h="633828">
                <a:tc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신뢰도 확보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세트 최신화, 정답지/Chunk 정합성 확보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정제, 버전 관리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결과 해석 가능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품질 가시화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Hybrid Search, BM25, Reranker, Top-K 최적화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조합 비교 실험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회수율 향상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안정화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hallucination 억제, 출처 생성 흐름 검증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프롬프트 규칙, 근거 인용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 기반 답변 강화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리스크 감소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회귀 케이스, 부작용, 실패 추적 체계 정비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주간 기록, 배포 게이트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안정화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965513924"/>
                  </a:ext>
                </a:extLst>
              </a:tr>
              <a:tr h="769649">
                <a:tc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159566556"/>
                  </a:ext>
                </a:extLst>
              </a:tr>
              <a:tr h="769649">
                <a:tc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algn="l" latinLnBrk="1"/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2581003720"/>
                  </a:ext>
                </a:extLst>
              </a:tr>
              <a:tr h="6338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261667989"/>
                  </a:ext>
                </a:extLst>
              </a:tr>
              <a:tr h="6338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703677430"/>
                  </a:ext>
                </a:extLst>
              </a:tr>
              <a:tr h="498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2839525833"/>
                  </a:ext>
                </a:extLst>
              </a:tr>
              <a:tr h="5239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algn="l" latinLnBrk="1"/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193467430"/>
                  </a:ext>
                </a:extLst>
              </a:tr>
            </a:tbl>
          </a:graphicData>
        </a:graphic>
      </graphicFrame>
    </spTree>
    <extLst>
      <ext uri="{BB962C8B-B14F-4D97-AF65-F5344CB8AC3E}">
        <ns3:creationId val="3009620449"/>
      </ext>
    </extLst>
  </cSld>
  <clrMapOvr>
    <a:masterClrMapping/>
  </clrMapOvr>
</sld>
</file>

<file path=ppt/slides/slide6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powerpoint/2010/main" xmlns:r="http://schemas.openxmlformats.org/officeDocument/2006/relationships">
  <cSld>
    <spTree>
      <nvGrpSpPr>
        <cNvPr id="1" name="">
          <a:extLst>
            <a:ext uri="{FF2B5EF4-FFF2-40B4-BE49-F238E27FC236}">
              <ns2:creationId id="{C32B92D7-ECCF-2B9D-E468-4F3FC3FE7CE2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4" name="텍스트 개체 틀 3">
            <a:extLst>
              <a:ext uri="{FF2B5EF4-FFF2-40B4-BE49-F238E27FC236}">
                <ns2:creationId id="{7604BEE5-6F17-5E35-B7C6-D413ED588773}"/>
              </a:ext>
            </a:extLst>
          </cNvPr>
          <cNvSpPr>
            <a:spLocks noGrp="1"/>
          </cNvSpPr>
          <nvPr>
            <ph type="body" sz="quarter" idx="16"/>
          </nvPr>
        </nvSpPr>
        <spPr/>
        <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진행 현황</a:t>
            </a:r>
          </a:p>
        </txBody>
      </sp>
      <sp>
        <nvSpPr>
          <cNvPr id="5" name="텍스트 개체 틀 2">
            <a:extLst>
              <a:ext uri="{FF2B5EF4-FFF2-40B4-BE49-F238E27FC236}">
                <ns2:creationId id="{11210F14-D735-80DF-94AF-332C09A4321F}"/>
              </a:ext>
            </a:extLst>
          </cNvPr>
          <cNvSpPr txBox="1">
            <a:spLocks/>
          </cNvSpPr>
          <nvPr/>
        </nvSpPr>
        <spPr>
          <a:xfrm>
            <a:off x="415280" y="959014"/>
            <a:ext cx="9074150" cy="288000"/>
          </a:xfrm>
          <a:prstGeom prst="rect">
            <a:avLst/>
          </a:prstGeom>
        </spPr>
        <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1.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답변 품질 향상 </a:t>
            </a:r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: </a:t>
            </a:r>
            <a:r>
              <a:rPr lang="ko-KR" altLang="en-US" sz="1200" dirty="0" err="1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체크리스트 기준</a:t>
            </a:r>
            <a:r>
              <a:rPr lang="en-US" altLang="ko-KR" sz="1200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파트</a:t>
            </a:r>
            <a:r>
              <a:rPr lang="ko-KR" altLang="en-US" sz="1200" dirty="0" err="1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세부항목</a:t>
            </a:r>
            <a:r>
              <a:rPr lang="en-US" altLang="ko-KR" sz="1200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전주</a:t>
            </a:r>
            <a:r>
              <a:rPr lang="ko-KR" altLang="en-US" sz="1200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지표</a:t>
            </a:r>
            <a:r>
              <a:rPr lang="en-US" altLang="ko-KR" sz="1200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금주 지표</a:t>
            </a:r>
            <a:r>
              <a:rPr lang="ko-KR" altLang="en-US" sz="1200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금주 개선 활동</a:t>
            </a:r>
          </a:p>
        </txBody>
      </sp>
      <graphicFrame>
        <nvGraphicFramePr>
          <cNvPr id="2" name="표 1">
            <a:extLst>
              <a:ext uri="{FF2B5EF4-FFF2-40B4-BE49-F238E27FC236}">
                <ns2:creationId id="{2BC5912D-09AD-E885-F578-53E1AAB40EFD}"/>
              </a:ext>
            </a:extLst>
          </cNvPr>
          <cNvGraphicFramePr>
            <a:graphicFrameLocks noGrp="1"/>
          </cNvGraphicFramePr>
          <nvPr>
            <extLst>
              <ext uri="{D42A27DB-BD31-4B8C-83A1-F6EECF244321}">
                <ns3:modId val="1747795073"/>
              </ext>
            </extLst>
          </nvPr>
        </nvGraphicFramePr>
        <xfrm>
          <a:off x="423904" y="1375803"/>
          <a:ext cx="9074150" cy="4930113"/>
        </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437">
                  <a:extLst>
                    <a:ext uri="{9D8B030D-6E8A-4147-A177-3AD203B41FA5}">
                      <ns2:colId val="1293911367"/>
                    </a:ext>
                  </a:extLst>
                </a:gridCol>
                <a:gridCol w="950259">
                  <a:extLst>
                    <a:ext uri="{9D8B030D-6E8A-4147-A177-3AD203B41FA5}">
                      <ns2:colId val="1900214966"/>
                    </a:ext>
                  </a:extLst>
                </a:gridCol>
                <a:gridCol w="788894">
                  <a:extLst>
                    <a:ext uri="{9D8B030D-6E8A-4147-A177-3AD203B41FA5}">
                      <ns2:colId val="2107021723"/>
                    </a:ext>
                  </a:extLst>
                </a:gridCol>
                <a:gridCol w="788894">
                  <a:extLst>
                    <a:ext uri="{9D8B030D-6E8A-4147-A177-3AD203B41FA5}">
                      <ns2:colId val="2372746940"/>
                    </a:ext>
                  </a:extLst>
                </a:gridCol>
                <a:gridCol w="2630730">
                  <a:extLst>
                    <a:ext uri="{9D8B030D-6E8A-4147-A177-3AD203B41FA5}">
                      <ns2:colId val="33697222"/>
                    </a:ext>
                  </a:extLst>
                </a:gridCol>
                <a:gridCol w="2406612">
                  <a:extLst>
                    <a:ext uri="{9D8B030D-6E8A-4147-A177-3AD203B41FA5}">
                      <ns2:colId val="4283165697"/>
                    </a:ext>
                  </a:extLst>
                </a:gridCol>
                <a:gridCol w="749324">
                  <a:extLst>
                    <a:ext uri="{9D8B030D-6E8A-4147-A177-3AD203B41FA5}">
                      <ns2:colId val="3029513077"/>
                    </a:ext>
                  </a:extLst>
                </a:gridCol>
              </a:tblGrid>
              <a:tr h="337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차주 개선 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데이터</a:t>
                      </a:r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평가 기반 정비</a:t>
                      </a: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검증 세트 구조 재정리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질문-정답-Chunk 정합성 보강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평가 신뢰도 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ns2:rowId val="671029073"/>
                  </a:ext>
                </a:extLst>
              </a:tr>
              <a:tr h="361802">
                <a:tc rowSpan="2"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실패 분류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실패 코드 분리 기준 설계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실패 로그 체계화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 분석 가능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출처/근거 흐름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 인용 규칙 점검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 실패 케이스 누적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ns2:rowId val="1965513924"/>
                  </a:ext>
                </a:extLst>
              </a:tr>
              <a:tr h="258569">
                <a:tc vMerge="1"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안정화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ns2:rowId val="2448161197"/>
                  </a:ext>
                </a:extLst>
              </a:tr>
              <a:tr h="391952"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3D48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ns2:rowId val="1159566556"/>
                  </a:ext>
                </a:extLst>
              </a:tr>
              <a:tr h="391952">
                <a:tc rowSpan="5"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i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3"/>
                        </a:rPr>
                        <a:t/>
                      </a:r>
                      <a:endParaRPr lang="ko-KR" altLang="en-US" sz="9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3D48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ns2:rowId val="2581003720"/>
                  </a:ext>
                </a:extLst>
              </a:tr>
              <a:tr h="391952">
                <a:tc vMerge="1"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2002062082"/>
                  </a:ext>
                </a:extLst>
              </a:tr>
              <a:tr h="3919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4219872507"/>
                  </a:ext>
                </a:extLst>
              </a:tr>
              <a:tr h="4497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541410347"/>
                  </a:ext>
                </a:extLst>
              </a:tr>
              <a:tr h="633153">
                <a:tc vMerge="1"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i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4"/>
                        </a:rPr>
                        <a:t/>
                      </a:r>
                      <a:endParaRPr lang="en-US" altLang="ko-KR" sz="9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3D48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ns2:rowId val="84430326"/>
                  </a:ext>
                </a:extLst>
              </a:tr>
              <a:tr h="55052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3D48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ns2:rowId val="1261667989"/>
                  </a:ext>
                </a:extLst>
              </a:tr>
              <a:tr h="633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i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/>
                        </a:rPr>
                        <a:t/>
                      </a:r>
                      <a:endParaRPr lang="en-US" altLang="ko-KR" sz="9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3D48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/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ns2:rowId val="745470043"/>
                  </a:ext>
                </a:extLst>
              </a:tr>
            </a:tbl>
          </a:graphicData>
        </a:graphic>
      </graphicFrame>
    </spTree>
    <extLst>
      <ext uri="{BB962C8B-B14F-4D97-AF65-F5344CB8AC3E}">
        <ns3:creationId val="2167892994"/>
      </ext>
    </extLst>
  </cSld>
  <clrMapOvr>
    <a:masterClrMapping/>
  </clrMapOvr>
</sld>
</file>

<file path=ppt/slides/slide7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powerpoint/2010/main">
  <cSld>
    <spTree>
      <nvGrpSpPr>
        <cNvPr id="1" name="">
          <a:extLst>
            <a:ext uri="{FF2B5EF4-FFF2-40B4-BE49-F238E27FC236}">
              <ns2:creationId id="{346B3C05-DF28-09A5-8035-7CFE3DD76972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4" name="텍스트 개체 틀 3">
            <a:extLst>
              <a:ext uri="{FF2B5EF4-FFF2-40B4-BE49-F238E27FC236}">
                <ns2:creationId id="{C416B40D-1A3A-EF12-0FBC-B79244A2204A}"/>
              </a:ext>
            </a:extLst>
          </cNvPr>
          <cNvSpPr>
            <a:spLocks noGrp="1"/>
          </cNvSpPr>
          <nvPr>
            <ph type="body" sz="quarter" idx="16"/>
          </nvPr>
        </nvSpPr>
        <spPr/>
        <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진행 현황</a:t>
            </a:r>
          </a:p>
        </txBody>
      </sp>
      <sp>
        <nvSpPr>
          <cNvPr id="5" name="텍스트 개체 틀 2">
            <a:extLst>
              <a:ext uri="{FF2B5EF4-FFF2-40B4-BE49-F238E27FC236}">
                <ns2:creationId id="{CB765A2B-0A72-87A6-B1FE-F0232D0F19DE}"/>
              </a:ext>
            </a:extLst>
          </cNvPr>
          <cNvSpPr txBox="1">
            <a:spLocks/>
          </cNvSpPr>
          <nvPr/>
        </nvSpPr>
        <spPr>
          <a:xfrm>
            <a:off x="415280" y="959014"/>
            <a:ext cx="9074150" cy="288000"/>
          </a:xfrm>
          <a:prstGeom prst="rect">
            <a:avLst/>
          </a:prstGeom>
        </spPr>
        <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2.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차주 우선 과제</a:t>
            </a:r>
          </a:p>
        </txBody>
      </sp>
      <graphicFrame>
        <nvGraphicFramePr>
          <cNvPr id="6" name="표 5">
            <a:extLst>
              <a:ext uri="{FF2B5EF4-FFF2-40B4-BE49-F238E27FC236}">
                <ns2:creationId id="{C9BB2901-CA5B-247D-41F6-C76BD7B2A9F1}"/>
              </a:ext>
            </a:extLst>
          </cNvPr>
          <cNvGraphicFramePr>
            <a:graphicFrameLocks noGrp="1"/>
          </cNvGraphicFramePr>
          <nvPr>
            <extLst>
              <ext uri="{D42A27DB-BD31-4B8C-83A1-F6EECF244321}">
                <ns3:modId val="408554902"/>
              </ext>
            </extLst>
          </nvPr>
        </nvGraphicFramePr>
        <xfrm>
          <a:off x="423904" y="1375797"/>
          <a:ext cx="9074150" cy="2355982"/>
        </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437">
                  <a:extLst>
                    <a:ext uri="{9D8B030D-6E8A-4147-A177-3AD203B41FA5}">
                      <ns2:colId val="1293911367"/>
                    </a:ext>
                  </a:extLst>
                </a:gridCol>
                <a:gridCol w="1021977">
                  <a:extLst>
                    <a:ext uri="{9D8B030D-6E8A-4147-A177-3AD203B41FA5}">
                      <ns2:colId val="1900214966"/>
                    </a:ext>
                  </a:extLst>
                </a:gridCol>
                <a:gridCol w="865094">
                  <a:extLst>
                    <a:ext uri="{9D8B030D-6E8A-4147-A177-3AD203B41FA5}">
                      <ns2:colId val="2107021723"/>
                    </a:ext>
                  </a:extLst>
                </a:gridCol>
                <a:gridCol w="865094">
                  <a:extLst>
                    <a:ext uri="{9D8B030D-6E8A-4147-A177-3AD203B41FA5}">
                      <ns2:colId val="2372746940"/>
                    </a:ext>
                  </a:extLst>
                </a:gridCol>
                <a:gridCol w="2406612">
                  <a:extLst>
                    <a:ext uri="{9D8B030D-6E8A-4147-A177-3AD203B41FA5}">
                      <ns2:colId val="33697222"/>
                    </a:ext>
                  </a:extLst>
                </a:gridCol>
                <a:gridCol w="2406612">
                  <a:extLst>
                    <a:ext uri="{9D8B030D-6E8A-4147-A177-3AD203B41FA5}">
                      <ns2:colId val="4283165697"/>
                    </a:ext>
                  </a:extLst>
                </a:gridCol>
                <a:gridCol w="749324">
                  <a:extLst>
                    <a:ext uri="{9D8B030D-6E8A-4147-A177-3AD203B41FA5}">
                      <ns2:colId val="3029513077"/>
                    </a:ext>
                  </a:extLst>
                </a:gridCol>
              </a:tblGrid>
              <a:tr h="356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파트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세부항목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전주</a:t>
                      </a:r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금주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금주 개선 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차주 개선 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요약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ns2:rowId val="671029073"/>
                  </a:ext>
                </a:extLst>
              </a:tr>
              <a:tr h="499987">
                <a:tc rowSpan="4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요약/분류 기능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경험 유지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품질 기준 정리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ns2:rowId val="1965513924"/>
                  </a:ext>
                </a:extLst>
              </a:tr>
              <a:tr h="499987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미착수 5건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우선순위 재정렬 완료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5건 즉시 착수</a:t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리스크 구간 축소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주간 기록 포맷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ns2:rowId val="2448161197"/>
                  </a:ext>
                </a:extLst>
              </a:tr>
              <a:tr h="499987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공통 기록 틀 초안 정리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차주부터 동일 포맷 적용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 추적 가능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ns2:rowId val="4111401710"/>
                  </a:ext>
                </a:extLst>
              </a:tr>
              <a:tr h="499987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ns2:rowId val="3370103251"/>
                  </a:ext>
                </a:extLst>
              </a:tr>
            </a:tbl>
          </a:graphicData>
        </a:graphic>
      </graphicFrame>
    </spTree>
    <extLst>
      <ext uri="{BB962C8B-B14F-4D97-AF65-F5344CB8AC3E}">
        <ns3:creationId val="1119483924"/>
      </ext>
    </extLst>
  </cSld>
  <clrMapOvr>
    <a:masterClrMapping/>
  </clrMapOvr>
</sld>
</file>

<file path=ppt/slides/slide8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powerpoint/2010/main" xmlns:r="http://schemas.openxmlformats.org/officeDocument/2006/relationships">
  <cSld>
    <spTree>
      <nvGrpSpPr>
        <cNvPr id="1" name="">
          <a:extLst>
            <a:ext uri="{FF2B5EF4-FFF2-40B4-BE49-F238E27FC236}">
              <ns2:creationId id="{EAF24F04-C27D-9198-E87E-2D568A682D9F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4" name="텍스트 개체 틀 3">
            <a:extLst>
              <a:ext uri="{FF2B5EF4-FFF2-40B4-BE49-F238E27FC236}">
                <ns2:creationId id="{EEF4104F-3312-1070-56D9-2172C93315D8}"/>
              </a:ext>
            </a:extLst>
          </cNvPr>
          <cNvSpPr>
            <a:spLocks noGrp="1"/>
          </cNvSpPr>
          <nvPr>
            <ph type="body" sz="quarter" idx="16"/>
          </nvPr>
        </nvSpPr>
        <spPr/>
        <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확산 및 다음 단계</a:t>
            </a:r>
          </a:p>
        </txBody>
      </sp>
      <sp>
        <nvSpPr>
          <cNvPr id="5" name="텍스트 개체 틀 2">
            <a:extLst>
              <a:ext uri="{FF2B5EF4-FFF2-40B4-BE49-F238E27FC236}">
                <ns2:creationId id="{957E21A3-FFC2-46CD-9679-7F2314AD4BD4}"/>
              </a:ext>
            </a:extLst>
          </cNvPr>
          <cNvSpPr txBox="1">
            <a:spLocks/>
          </cNvSpPr>
          <nvPr/>
        </nvSpPr>
        <spPr>
          <a:xfrm>
            <a:off x="415280" y="959014"/>
            <a:ext cx="9074150" cy="288000"/>
          </a:xfrm>
          <a:prstGeom prst="rect">
            <a:avLst/>
          </a:prstGeom>
        </spPr>
        <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1.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조직 공유 포인트</a:t>
            </a:r>
          </a:p>
        </txBody>
      </sp>
      <graphicFrame>
        <nvGraphicFramePr>
          <cNvPr id="2" name="표 1">
            <a:extLst>
              <a:ext uri="{FF2B5EF4-FFF2-40B4-BE49-F238E27FC236}">
                <ns2:creationId id="{736CC794-D474-8CBE-E028-A04E1A13C41B}"/>
              </a:ext>
            </a:extLst>
          </cNvPr>
          <cNvGraphicFramePr>
            <a:graphicFrameLocks noGrp="1"/>
          </cNvGraphicFramePr>
          <nvPr>
            <extLst>
              <ext uri="{D42A27DB-BD31-4B8C-83A1-F6EECF244321}">
                <ns3:modId val="2357675528"/>
              </ext>
            </extLst>
          </nvPr>
        </nvGraphicFramePr>
        <xfrm>
          <a:off x="423905" y="1384761"/>
          <a:ext cx="9065525" cy="1591521"/>
        </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707">
                  <a:extLst>
                    <a:ext uri="{9D8B030D-6E8A-4147-A177-3AD203B41FA5}">
                      <ns2:colId val="2634947191"/>
                    </a:ext>
                  </a:extLst>
                </a:gridCol>
                <a:gridCol w="2384612">
                  <a:extLst>
                    <a:ext uri="{9D8B030D-6E8A-4147-A177-3AD203B41FA5}">
                      <ns2:colId val="1293911367"/>
                    </a:ext>
                  </a:extLst>
                </a:gridCol>
                <a:gridCol w="4446494">
                  <a:extLst>
                    <a:ext uri="{9D8B030D-6E8A-4147-A177-3AD203B41FA5}">
                      <ns2:colId val="2372746940"/>
                    </a:ext>
                  </a:extLst>
                </a:gridCol>
                <a:gridCol w="1797712">
                  <a:extLst>
                    <a:ext uri="{9D8B030D-6E8A-4147-A177-3AD203B41FA5}">
                      <ns2:colId val="3533699463"/>
                    </a:ext>
                  </a:extLst>
                </a:gridCol>
              </a:tblGrid>
              <a:tr h="3502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No.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요청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세부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가이드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ns2:rowId val="671029073"/>
                  </a:ext>
                </a:extLst>
              </a:tr>
              <a:tr h="467062">
                <a:tc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평가셋 정합성 기준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질문-정답-Chunk ID 기준을 공통 자산으로 문서화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체크리스트/운영 문서 반영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실패 코드북 확산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DATA/INDEX/META/QUERY/RANK 기준 통일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 과제 재사용 가능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 실패 분리 관리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성공 후 생성 실패 케이스북 운영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주간 회고와 연결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다음 단계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상위 5개 미착수 과제 즉시 착수, 회귀 기준 정착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가능한 품질 체계 전환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3"/>
                        </a:rPr>
                        <a:t/>
                      </a:r>
                      <a:endParaRPr lang="ko-KR" altLang="en-US" sz="10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1159566556"/>
                  </a:ext>
                </a:extLst>
              </a:tr>
              <a:tr h="774163">
                <a:tc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4"/>
                        </a:rPr>
                        <a:t/>
                      </a:r>
                      <a:endParaRPr lang="ko-KR" altLang="en-US" sz="10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ns2:rowId val="2529547127"/>
                  </a:ext>
                </a:extLst>
              </a:tr>
            </a:tbl>
          </a:graphicData>
        </a:graphic>
      </graphicFrame>
    </spTree>
    <extLst>
      <ext uri="{BB962C8B-B14F-4D97-AF65-F5344CB8AC3E}">
        <ns3:creationId val="1289709074"/>
      </ext>
    </extLst>
  </cSld>
  <clrMapOvr>
    <a:masterClrMapping/>
  </clrMapOvr>
</sld>
</file>

<file path=ppt/slides/slide9.xml><?xml version="1.0" encoding="utf-8"?>
<sld xmlns="http://schemas.openxmlformats.org/presentationml/2006/main" xmlns:a="http://schemas.openxmlformats.org/drawingml/2006/main" xmlns:ns2="http://schemas.microsoft.com/office/drawing/2014/main" xmlns:ns3="http://schemas.microsoft.com/office/powerpoint/2010/main">
  <cSld>
    <spTree>
      <nvGrpSpPr>
        <cNvPr id="1" name="">
          <a:extLst>
            <a:ext uri="{FF2B5EF4-FFF2-40B4-BE49-F238E27FC236}">
              <ns2:creationId id="{21F768E1-F7CC-BDAD-8A23-DCE42F84F05B}"/>
            </a:ext>
          </a:extLst>
        </cNvPr>
        <cNvGrpSpPr/>
        <nvPr/>
      </nvGrpSpPr>
      <grpSpPr>
        <a:xfrm>
          <a:off x="0" y="0"/>
          <a:ext cx="0" cy="0"/>
          <a:chOff x="0" y="0"/>
          <a:chExt cx="0" cy="0"/>
        </a:xfrm>
      </grpSpPr>
      <sp>
        <nvSpPr>
          <cNvPr id="3" name="Text Placeholder 2">
            <a:extLst>
              <a:ext uri="{FF2B5EF4-FFF2-40B4-BE49-F238E27FC236}">
                <ns2:creationId id="{EA96DADB-665A-DB68-636B-2EA1C9440E1E}"/>
              </a:ext>
            </a:extLst>
          </cNvPr>
          <cNvSpPr>
            <a:spLocks noGrp="1"/>
          </cNvSpPr>
          <nvPr>
            <ph type="body" sz="quarter" idx="11"/>
          </nvPr>
        </nvSpPr>
        <spPr>
          <a:xfrm>
            <a:off x="841484" y="2093130"/>
            <a:ext cx="9257504" cy="1462500"/>
          </a:xfrm>
        </spPr>
        <txBody>
          <a:bodyPr/>
          <a:lstStyle/>
          <a:p>
            <a:r>
              <a:rPr lang="en-US" sz="4500" dirty="0"/>
              <a:t>Q&amp;A</a:t>
            </a:r>
          </a:p>
        </txBody>
      </sp>
    </spTree>
    <extLst>
      <ext uri="{BB962C8B-B14F-4D97-AF65-F5344CB8AC3E}">
        <ns3:creationId val="4083860625"/>
      </ext>
    </extLst>
  </cSld>
  <clrMapOvr>
    <a:masterClrMapping/>
  </clrMapOvr>
</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IA_2020">
  <a:themeElements>
    <a:clrScheme name="AIA_2020">
      <a:dk1>
        <a:srgbClr val="303D48"/>
      </a:dk1>
      <a:lt1>
        <a:srgbClr val="FFFFFF"/>
      </a:lt1>
      <a:dk2>
        <a:srgbClr val="1F78AD"/>
      </a:dk2>
      <a:lt2>
        <a:srgbClr val="D3CAC3"/>
      </a:lt2>
      <a:accent1>
        <a:srgbClr val="D31145"/>
      </a:accent1>
      <a:accent2>
        <a:srgbClr val="BA0361"/>
      </a:accent2>
      <a:accent3>
        <a:srgbClr val="FF754D"/>
      </a:accent3>
      <a:accent4>
        <a:srgbClr val="F7C926"/>
      </a:accent4>
      <a:accent5>
        <a:srgbClr val="A199BA"/>
      </a:accent5>
      <a:accent6>
        <a:srgbClr val="4C4793"/>
      </a:accent6>
      <a:hlink>
        <a:srgbClr val="4C4793"/>
      </a:hlink>
      <a:folHlink>
        <a:srgbClr val="0845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IA &amp; NGF_BrandStandardsTemplateWithAssets.potx" id="{F40E39B0-4B11-43C5-9621-E293A0F55F0B}" vid="{61492891-AED4-4530-8061-3AEC9F0FCB4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c3f9a0-5056-4c00-a35b-3134cd1a4cd2" xsi:nil="true"/>
    <lcf76f155ced4ddcb4097134ff3c332f xmlns="0b2e2a9b-d400-413c-a501-739911b2d9dd">
      <Terms xmlns="http://schemas.microsoft.com/office/infopath/2007/PartnerControls"/>
    </lcf76f155ced4ddcb4097134ff3c332f>
    <_xac1c__xc218_ xmlns="0b2e2a9b-d400-413c-a501-739911b2d9d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948F029DAC45A4788388BD9E36C8153" ma:contentTypeVersion="13" ma:contentTypeDescription="새 문서를 만듭니다." ma:contentTypeScope="" ma:versionID="bd6b133188bef778d5dd9128f4831f54">
  <xsd:schema xmlns:xsd="http://www.w3.org/2001/XMLSchema" xmlns:xs="http://www.w3.org/2001/XMLSchema" xmlns:p="http://schemas.microsoft.com/office/2006/metadata/properties" xmlns:ns2="0b2e2a9b-d400-413c-a501-739911b2d9dd" xmlns:ns3="34c3f9a0-5056-4c00-a35b-3134cd1a4cd2" targetNamespace="http://schemas.microsoft.com/office/2006/metadata/properties" ma:root="true" ma:fieldsID="db91a73eed5e5a2715c94bead0e1a091" ns2:_="" ns3:_="">
    <xsd:import namespace="0b2e2a9b-d400-413c-a501-739911b2d9dd"/>
    <xsd:import namespace="34c3f9a0-5056-4c00-a35b-3134cd1a4c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_xac1c__xc218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2e2a9b-d400-413c-a501-739911b2d9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4634e366-ae95-41d0-943d-34bceefa30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ac1c__xc218_" ma:index="20" nillable="true" ma:displayName="개수" ma:format="Dropdown" ma:internalName="_xac1c__xc218_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c3f9a0-5056-4c00-a35b-3134cd1a4cd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66b1615-df83-4062-95e3-cd8cd0c2883e}" ma:internalName="TaxCatchAll" ma:showField="CatchAllData" ma:web="34c3f9a0-5056-4c00-a35b-3134cd1a4c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CE381A-9322-46FC-835E-842E471E87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01F7D9-7730-4D4D-9744-614E8BFE32FB}">
  <ds:schemaRefs>
    <ds:schemaRef ds:uri="0b2e2a9b-d400-413c-a501-739911b2d9dd"/>
    <ds:schemaRef ds:uri="http://www.w3.org/XML/1998/namespace"/>
    <ds:schemaRef ds:uri="http://purl.org/dc/dcmitype/"/>
    <ds:schemaRef ds:uri="http://schemas.microsoft.com/office/infopath/2007/PartnerControls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34c3f9a0-5056-4c00-a35b-3134cd1a4cd2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BD7E591-DDF9-4F7A-B8FE-6B37E67636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2e2a9b-d400-413c-a501-739911b2d9dd"/>
    <ds:schemaRef ds:uri="34c3f9a0-5056-4c00-a35b-3134cd1a4c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3032</TotalTime>
  <Words>1669</Words>
  <Application>Microsoft Office PowerPoint</Application>
  <PresentationFormat>A4 용지(210x297mm)</PresentationFormat>
  <Paragraphs>315</Paragraphs>
  <Slides>9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1" baseType="lpstr">
      <vt:lpstr>AIA Vitality KR Bold</vt:lpstr>
      <vt:lpstr>AIA 바이탈리티 KR Bold</vt:lpstr>
      <vt:lpstr>AIA 바이탈리티 KR Regular</vt:lpstr>
      <vt:lpstr>KoPub돋움체_Pro Medium</vt:lpstr>
      <vt:lpstr>Spoqa Han Sans Neo</vt:lpstr>
      <vt:lpstr>맑은 고딕</vt:lpstr>
      <vt:lpstr>Arial</vt:lpstr>
      <vt:lpstr>Calibri</vt:lpstr>
      <vt:lpstr>Courier New</vt:lpstr>
      <vt:lpstr>Wingdings</vt:lpstr>
      <vt:lpstr>AIA_2020</vt:lpstr>
      <vt:lpstr>think-cell Slide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신동운</dc:creator>
  <cp:lastModifiedBy>최기정 Kijung Choi</cp:lastModifiedBy>
  <cp:revision>70</cp:revision>
  <dcterms:created xsi:type="dcterms:W3CDTF">2023-07-14T05:31:08Z</dcterms:created>
  <dcterms:modified xsi:type="dcterms:W3CDTF">2026-04-02T01:24:37Z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0x010100E948F029DAC45A4788388BD9E36C8153</vt:lpwstr>
  </property>
  <property fmtid="{D5CDD505-2E9C-101B-9397-08002B2CF9AE}" pid="3" name="MediaServiceImageTags">
    <vt:lpwstr/>
  </property>
  <property fmtid="{D5CDD505-2E9C-101B-9397-08002B2CF9AE}" pid="4" name="MSIP_Label_7ce0ae7d-b8fe-44ed-a8f3-b165aaa704f8_Enabled">
    <vt:lpwstr>true</vt:lpwstr>
  </property>
  <property fmtid="{D5CDD505-2E9C-101B-9397-08002B2CF9AE}" pid="5" name="MSIP_Label_7ce0ae7d-b8fe-44ed-a8f3-b165aaa704f8_SetDate">
    <vt:lpwstr>2025-02-21T06:40:26Z</vt:lpwstr>
  </property>
  <property fmtid="{D5CDD505-2E9C-101B-9397-08002B2CF9AE}" pid="6" name="MSIP_Label_7ce0ae7d-b8fe-44ed-a8f3-b165aaa704f8_Method">
    <vt:lpwstr>Standard</vt:lpwstr>
  </property>
  <property fmtid="{D5CDD505-2E9C-101B-9397-08002B2CF9AE}" pid="7" name="MSIP_Label_7ce0ae7d-b8fe-44ed-a8f3-b165aaa704f8_Name">
    <vt:lpwstr>Restricted</vt:lpwstr>
  </property>
  <property fmtid="{D5CDD505-2E9C-101B-9397-08002B2CF9AE}" pid="8" name="MSIP_Label_7ce0ae7d-b8fe-44ed-a8f3-b165aaa704f8_SiteId">
    <vt:lpwstr>7f2c1900-9fd4-4b89-91d3-79a649996f0a</vt:lpwstr>
  </property>
  <property fmtid="{D5CDD505-2E9C-101B-9397-08002B2CF9AE}" pid="9" name="MSIP_Label_7ce0ae7d-b8fe-44ed-a8f3-b165aaa704f8_ActionId">
    <vt:lpwstr>3b3182fc-9ced-44db-ad91-3c390605822a</vt:lpwstr>
  </property>
  <property fmtid="{D5CDD505-2E9C-101B-9397-08002B2CF9AE}" pid="10" name="MSIP_Label_7ce0ae7d-b8fe-44ed-a8f3-b165aaa704f8_ContentBits">
    <vt:lpwstr>2</vt:lpwstr>
  </property>
  <property fmtid="{D5CDD505-2E9C-101B-9397-08002B2CF9AE}" pid="11" name="ClassificationContentMarkingFooterLocations">
    <vt:lpwstr>Office 테마:12</vt:lpwstr>
  </property>
  <property fmtid="{D5CDD505-2E9C-101B-9397-08002B2CF9AE}" pid="12" name="ClassificationContentMarkingFooterText">
    <vt:lpwstr>[AIA - INTERNAL]</vt:lpwstr>
  </property>
  <property fmtid="{D5CDD505-2E9C-101B-9397-08002B2CF9AE}" pid="13" name="FDRClass">
    <vt:lpwstr>0</vt:lpwstr>
  </property>
  <property fmtid="{D5CDD505-2E9C-101B-9397-08002B2CF9AE}" pid="14" name="FDRSet">
    <vt:lpwstr>manual</vt:lpwstr>
  </property>
  <property fmtid="{D5CDD505-2E9C-101B-9397-08002B2CF9AE}" pid="15" name="MSIP_Label_7ce0ae7d-b8fe-44ed-a8f3-b165aaa704f8_Tag">
    <vt:lpwstr>10, 3, 0, 2</vt:lpwstr>
  </property>
</Properties>
</file>