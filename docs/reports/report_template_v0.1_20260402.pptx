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4"/>
  </p:sldMasterIdLst>
  <p:notesMasterIdLst>
    <p:notesMasterId r:id="rId14"/>
  </p:notesMasterIdLst>
  <p:handoutMasterIdLst>
    <p:handoutMasterId r:id="rId15"/>
  </p:handoutMasterIdLst>
  <p:sldIdLst>
    <p:sldId id="2147481119" r:id="rId5"/>
    <p:sldId id="2147481774" r:id="rId6"/>
    <p:sldId id="2147481777" r:id="rId7"/>
    <p:sldId id="2147481776" r:id="rId8"/>
    <p:sldId id="2147481783" r:id="rId9"/>
    <p:sldId id="2147481786" r:id="rId10"/>
    <p:sldId id="2147481785" r:id="rId11"/>
    <p:sldId id="2147481787" r:id="rId12"/>
    <p:sldId id="2147481782" r:id="rId13"/>
  </p:sldIdLst>
  <p:sldSz cx="9906000" cy="6858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DF494B-6271-0E90-F6C3-5AC391A03874}" name="Moon, JeMin (AIA+ Phase2)" initials="MP" userId="S::jemin.moon@aia.com::e2e28800-280d-4e64-bac2-ece59494a500" providerId="AD"/>
  <p188:author id="{03161E6F-56B2-9BCE-1BAC-6CBFD091A0E4}" name="Park, SoHee" initials="PS" userId="S::sohee.park@aia.com::3a6363ed-c8bb-4908-b7d4-9ba019931e31" providerId="AD"/>
  <p188:author id="{112BFC74-FAE7-AF9B-430D-9F28D8C21EE8}" name="Yang, YoonShinn" initials="YY" userId="S::yoonshinn.yang@aia.com::60eee18f-880a-4b62-b717-0a00c5c45405" providerId="AD"/>
  <p188:author id="{D00BAF94-AF39-A9C4-B4DF-655FF5AAD048}" name="Lee, JunYoung" initials="JL" userId="S::Junyoung.Lee@aia.com::34519606-861c-45f8-91a4-b32c09dbdff8" providerId="AD"/>
  <p188:author id="{0D09A2A2-643E-819D-A8D7-53611C2B8138}" name="Lee, Christian" initials="LC" userId="S::christian.lee@aia.com::beb5ba64-ba5f-448b-9039-d0521220b1cb" providerId="AD"/>
  <p188:author id="{B3BF23B4-86BC-6988-E9C3-3132DB7258F2}" name="Lee, HyeonSang (AIA PLUS)" initials="HL" userId="S::HyeonSang.Lee@aia.com::982f69a2-692b-4d59-b5c3-8841a40ef2ad" providerId="AD"/>
  <p188:author id="{19A036DC-4E9F-7477-BE7F-47D18FDF05EA}" name="Shin, DongWoon (AIA+ Phase2)" initials="" userId="S::DongWoon.Shin@aia.com::1643a3f6-57c9-43b0-a6bd-ca50c80a8e5c" providerId="AD"/>
  <p188:author id="{1652CCF9-DFA1-C70F-DC3E-6FB16A986396}" name="Shin, HyeSun" initials="SH" userId="S::hyesun.shin@aia.com::6bbac3f1-32fa-4474-ba67-b07bf7f9bd5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이현상" initials="현이" lastIdx="4" clrIdx="0">
    <p:extLst>
      <p:ext uri="{19B8F6BF-5375-455C-9EA6-DF929625EA0E}">
        <p15:presenceInfo xmlns:p15="http://schemas.microsoft.com/office/powerpoint/2012/main" userId="S::hslee0827@kico.co.kr::c84a91f6-e58d-42dc-8f48-dacc9c035e4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EEA5B9"/>
    <a:srgbClr val="BDD7EE"/>
    <a:srgbClr val="D31145"/>
    <a:srgbClr val="006600"/>
    <a:srgbClr val="F5D2DD"/>
    <a:srgbClr val="E36687"/>
    <a:srgbClr val="F6CFDA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26" autoAdjust="0"/>
  </p:normalViewPr>
  <p:slideViewPr>
    <p:cSldViewPr snapToGrid="0">
      <p:cViewPr varScale="1">
        <p:scale>
          <a:sx n="98" d="100"/>
          <a:sy n="98" d="100"/>
        </p:scale>
        <p:origin x="56" y="-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40EA956-F065-3607-C693-789761ED91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875202-2561-6CDB-C790-FE4E87F77F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BC7AD66-40B0-4B3E-A264-F7EF424890B8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036B97-A77C-B079-D382-7681E7642F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FC9ACD-71A3-39D7-404D-C30CB8D725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C71EB62-807C-420D-AEC9-3366A9E70A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947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D399467-3221-419D-8CC4-E39D1B546B7A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0958760C-F612-47F2-81E7-D1D812C963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81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82675" y="1303338"/>
            <a:ext cx="5084763" cy="35194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65355">
              <a:defRPr/>
            </a:pPr>
            <a:fld id="{16796698-7FDD-433B-AD6E-058BD7FB58CA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65355"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332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LLM</a:t>
            </a:r>
            <a:r>
              <a:rPr lang="ko-KR" altLang="en-US" dirty="0"/>
              <a:t> </a:t>
            </a:r>
            <a:r>
              <a:rPr lang="en-US" altLang="ko-KR" dirty="0"/>
              <a:t>Judge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본사 프롬프트 지원 필요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체감 지표 수립 필요</a:t>
            </a:r>
            <a:endParaRPr lang="en-US" altLang="ko-KR" dirty="0"/>
          </a:p>
          <a:p>
            <a:r>
              <a:rPr lang="en-US" altLang="ko-KR" dirty="0"/>
              <a:t>RAGAS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답변 적합성 </a:t>
            </a:r>
            <a:r>
              <a:rPr lang="en-US" altLang="ko-KR" dirty="0"/>
              <a:t>-&gt; </a:t>
            </a:r>
            <a:r>
              <a:rPr lang="ko-KR" altLang="en-US" dirty="0"/>
              <a:t>프롬프트 수정 </a:t>
            </a:r>
            <a:r>
              <a:rPr lang="en-US" altLang="ko-KR" dirty="0"/>
              <a:t>-&gt; </a:t>
            </a:r>
            <a:r>
              <a:rPr lang="ko-KR" altLang="en-US" dirty="0"/>
              <a:t>체감 지표 달성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4930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4A4A-C33E-E523-2137-957076B27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8425C-182E-A377-0854-F555A9FDC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40608B-9BBB-B680-F8E7-4B58DDA17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도메인 분류 품질 테스트 </a:t>
            </a:r>
            <a:r>
              <a:rPr lang="en-US" altLang="ko-KR" dirty="0"/>
              <a:t>: </a:t>
            </a:r>
            <a:r>
              <a:rPr lang="ko-KR" altLang="en-US" dirty="0" err="1"/>
              <a:t>시스템프롬프트만</a:t>
            </a:r>
            <a:r>
              <a:rPr lang="ko-KR" altLang="en-US" dirty="0"/>
              <a:t> 활용해서 </a:t>
            </a:r>
            <a:r>
              <a:rPr lang="en-US" altLang="ko-KR" dirty="0"/>
              <a:t>Top-1 80%, Top-3 97%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영역별 수치화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답변셋</a:t>
            </a:r>
            <a:r>
              <a:rPr lang="ko-KR" altLang="en-US" dirty="0">
                <a:sym typeface="Wingdings" panose="05000000000000000000" pitchFamily="2" charset="2"/>
              </a:rPr>
              <a:t> 데이터 요청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CBT -&gt; KLMMU, </a:t>
            </a:r>
            <a:r>
              <a:rPr lang="ko-KR" altLang="en-US" dirty="0"/>
              <a:t>범용데이터 준비 진행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D2D693-7B29-9FA9-4D8E-1B993B26E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3223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답변셋</a:t>
            </a:r>
            <a:r>
              <a:rPr lang="ko-KR" altLang="en-US" dirty="0"/>
              <a:t> 데이터 요청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922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39E92-9A73-A9BE-4877-25948BB5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D97213A-6349-E063-00C4-68DDC7553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5A76D2-F7D6-CFB1-155F-30D1C1C3D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도메인 분류 품질 테스트 </a:t>
            </a:r>
            <a:r>
              <a:rPr lang="en-US" altLang="ko-KR" dirty="0"/>
              <a:t>: </a:t>
            </a:r>
            <a:r>
              <a:rPr lang="ko-KR" altLang="en-US" dirty="0" err="1"/>
              <a:t>시스템프롬프트만</a:t>
            </a:r>
            <a:r>
              <a:rPr lang="ko-KR" altLang="en-US" dirty="0"/>
              <a:t> 활용해서 </a:t>
            </a:r>
            <a:r>
              <a:rPr lang="en-US" altLang="ko-KR" dirty="0"/>
              <a:t>Top-1 80%, Top-3 97%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영역별 수치화</a:t>
            </a:r>
            <a:br>
              <a:rPr lang="en-US" altLang="ko-KR" dirty="0">
                <a:sym typeface="Wingdings" panose="05000000000000000000" pitchFamily="2" charset="2"/>
              </a:rPr>
            </a:br>
            <a:br>
              <a:rPr lang="en-US" altLang="ko-KR" dirty="0">
                <a:sym typeface="Wingdings" panose="05000000000000000000" pitchFamily="2" charset="2"/>
              </a:rPr>
            </a:br>
            <a:r>
              <a:rPr lang="ko-KR" altLang="en-US" dirty="0" err="1">
                <a:sym typeface="Wingdings" panose="05000000000000000000" pitchFamily="2" charset="2"/>
              </a:rPr>
              <a:t>답변셋</a:t>
            </a:r>
            <a:r>
              <a:rPr lang="ko-KR" altLang="en-US" dirty="0">
                <a:sym typeface="Wingdings" panose="05000000000000000000" pitchFamily="2" charset="2"/>
              </a:rPr>
              <a:t> 데이터 요청</a:t>
            </a:r>
            <a:br>
              <a:rPr lang="en-US" altLang="ko-KR" dirty="0">
                <a:sym typeface="Wingdings" panose="05000000000000000000" pitchFamily="2" charset="2"/>
              </a:rPr>
            </a:b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/>
              <a:t>CBT -&gt; KLMMU, </a:t>
            </a:r>
            <a:r>
              <a:rPr lang="ko-KR" altLang="en-US" dirty="0"/>
              <a:t>범용데이터 준비 진행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0F552-C033-9F1F-0A8A-330951DBC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58760C-F612-47F2-81E7-D1D812C9638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948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8B2D97-7482-B047-9B05-E59F4C8D454C}"/>
              </a:ext>
            </a:extLst>
          </p:cNvPr>
          <p:cNvGrpSpPr/>
          <p:nvPr userDrawn="1"/>
        </p:nvGrpSpPr>
        <p:grpSpPr>
          <a:xfrm>
            <a:off x="0" y="-5486"/>
            <a:ext cx="9906000" cy="6863486"/>
            <a:chOff x="0" y="-5486"/>
            <a:chExt cx="12192000" cy="6863486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565177B-4800-6A4D-ACF1-A60D3E364849}"/>
                </a:ext>
              </a:extLst>
            </p:cNvPr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4AB8107-860B-CD4F-9FC2-3EAC6C2803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t="2546" r="5124"/>
            <a:stretch/>
          </p:blipFill>
          <p:spPr>
            <a:xfrm>
              <a:off x="624742" y="-5486"/>
              <a:ext cx="11567258" cy="6683445"/>
            </a:xfrm>
            <a:prstGeom prst="rect">
              <a:avLst/>
            </a:prstGeom>
          </p:spPr>
        </p:pic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7418E04C-6267-3C40-8045-E595A3F20D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2500" y="3601226"/>
            <a:ext cx="4127500" cy="3587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488"/>
              </a:spcBef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CC8A58C-864F-7041-A6F9-451CDBB947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2160000"/>
            <a:ext cx="4387500" cy="1269000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ct val="80000"/>
              </a:lnSpc>
              <a:defRPr sz="39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sp>
        <p:nvSpPr>
          <p:cNvPr id="18" name="Trapezoid 5">
            <a:extLst>
              <a:ext uri="{FF2B5EF4-FFF2-40B4-BE49-F238E27FC236}">
                <a16:creationId xmlns:a16="http://schemas.microsoft.com/office/drawing/2014/main" id="{2D70B633-359E-094E-8547-ABD066006107}"/>
              </a:ext>
            </a:extLst>
          </p:cNvPr>
          <p:cNvSpPr/>
          <p:nvPr userDrawn="1"/>
        </p:nvSpPr>
        <p:spPr>
          <a:xfrm>
            <a:off x="5149056" y="1493839"/>
            <a:ext cx="4767750" cy="5369646"/>
          </a:xfrm>
          <a:custGeom>
            <a:avLst/>
            <a:gdLst>
              <a:gd name="connsiteX0" fmla="*/ 0 w 3508169"/>
              <a:gd name="connsiteY0" fmla="*/ 3543337 h 3543337"/>
              <a:gd name="connsiteX1" fmla="*/ 877042 w 3508169"/>
              <a:gd name="connsiteY1" fmla="*/ 0 h 3543337"/>
              <a:gd name="connsiteX2" fmla="*/ 2631127 w 3508169"/>
              <a:gd name="connsiteY2" fmla="*/ 0 h 3543337"/>
              <a:gd name="connsiteX3" fmla="*/ 3508169 w 3508169"/>
              <a:gd name="connsiteY3" fmla="*/ 3543337 h 3543337"/>
              <a:gd name="connsiteX4" fmla="*/ 0 w 3508169"/>
              <a:gd name="connsiteY4" fmla="*/ 3543337 h 3543337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3508169 w 6086008"/>
              <a:gd name="connsiteY3" fmla="*/ 5470415 h 5470415"/>
              <a:gd name="connsiteX4" fmla="*/ 0 w 6086008"/>
              <a:gd name="connsiteY4" fmla="*/ 5470415 h 5470415"/>
              <a:gd name="connsiteX0" fmla="*/ 0 w 6086008"/>
              <a:gd name="connsiteY0" fmla="*/ 5470415 h 5470415"/>
              <a:gd name="connsiteX1" fmla="*/ 877042 w 6086008"/>
              <a:gd name="connsiteY1" fmla="*/ 1927078 h 5470415"/>
              <a:gd name="connsiteX2" fmla="*/ 6086008 w 6086008"/>
              <a:gd name="connsiteY2" fmla="*/ 0 h 5470415"/>
              <a:gd name="connsiteX3" fmla="*/ 6057143 w 6086008"/>
              <a:gd name="connsiteY3" fmla="*/ 3419009 h 5470415"/>
              <a:gd name="connsiteX4" fmla="*/ 0 w 6086008"/>
              <a:gd name="connsiteY4" fmla="*/ 5470415 h 5470415"/>
              <a:gd name="connsiteX0" fmla="*/ 3048556 w 5208966"/>
              <a:gd name="connsiteY0" fmla="*/ 6607124 h 6607124"/>
              <a:gd name="connsiteX1" fmla="*/ 0 w 5208966"/>
              <a:gd name="connsiteY1" fmla="*/ 1927078 h 6607124"/>
              <a:gd name="connsiteX2" fmla="*/ 5208966 w 5208966"/>
              <a:gd name="connsiteY2" fmla="*/ 0 h 6607124"/>
              <a:gd name="connsiteX3" fmla="*/ 5180101 w 5208966"/>
              <a:gd name="connsiteY3" fmla="*/ 3419009 h 6607124"/>
              <a:gd name="connsiteX4" fmla="*/ 3048556 w 5208966"/>
              <a:gd name="connsiteY4" fmla="*/ 6607124 h 6607124"/>
              <a:gd name="connsiteX0" fmla="*/ 4833726 w 6994136"/>
              <a:gd name="connsiteY0" fmla="*/ 6607124 h 6607124"/>
              <a:gd name="connsiteX1" fmla="*/ 0 w 6994136"/>
              <a:gd name="connsiteY1" fmla="*/ 2193494 h 6607124"/>
              <a:gd name="connsiteX2" fmla="*/ 6994136 w 6994136"/>
              <a:gd name="connsiteY2" fmla="*/ 0 h 6607124"/>
              <a:gd name="connsiteX3" fmla="*/ 6965271 w 6994136"/>
              <a:gd name="connsiteY3" fmla="*/ 3419009 h 6607124"/>
              <a:gd name="connsiteX4" fmla="*/ 4833726 w 6994136"/>
              <a:gd name="connsiteY4" fmla="*/ 6607124 h 6607124"/>
              <a:gd name="connsiteX0" fmla="*/ 4833726 w 6994136"/>
              <a:gd name="connsiteY0" fmla="*/ 6607124 h 6607124"/>
              <a:gd name="connsiteX1" fmla="*/ 1405487 w 6994136"/>
              <a:gd name="connsiteY1" fmla="*/ 3490053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607124 h 6607124"/>
              <a:gd name="connsiteX1" fmla="*/ 4078801 w 6994136"/>
              <a:gd name="connsiteY1" fmla="*/ 6571601 h 6607124"/>
              <a:gd name="connsiteX2" fmla="*/ 0 w 6994136"/>
              <a:gd name="connsiteY2" fmla="*/ 2193494 h 6607124"/>
              <a:gd name="connsiteX3" fmla="*/ 6994136 w 6994136"/>
              <a:gd name="connsiteY3" fmla="*/ 0 h 6607124"/>
              <a:gd name="connsiteX4" fmla="*/ 6965271 w 6994136"/>
              <a:gd name="connsiteY4" fmla="*/ 3419009 h 6607124"/>
              <a:gd name="connsiteX5" fmla="*/ 4833726 w 6994136"/>
              <a:gd name="connsiteY5" fmla="*/ 6607124 h 6607124"/>
              <a:gd name="connsiteX0" fmla="*/ 4833726 w 6994136"/>
              <a:gd name="connsiteY0" fmla="*/ 6553841 h 6571601"/>
              <a:gd name="connsiteX1" fmla="*/ 4078801 w 6994136"/>
              <a:gd name="connsiteY1" fmla="*/ 6571601 h 6571601"/>
              <a:gd name="connsiteX2" fmla="*/ 0 w 6994136"/>
              <a:gd name="connsiteY2" fmla="*/ 2193494 h 6571601"/>
              <a:gd name="connsiteX3" fmla="*/ 6994136 w 6994136"/>
              <a:gd name="connsiteY3" fmla="*/ 0 h 6571601"/>
              <a:gd name="connsiteX4" fmla="*/ 6965271 w 6994136"/>
              <a:gd name="connsiteY4" fmla="*/ 3419009 h 6571601"/>
              <a:gd name="connsiteX5" fmla="*/ 4833726 w 6994136"/>
              <a:gd name="connsiteY5" fmla="*/ 6553841 h 6571601"/>
              <a:gd name="connsiteX0" fmla="*/ 4833726 w 6994136"/>
              <a:gd name="connsiteY0" fmla="*/ 6553841 h 6553841"/>
              <a:gd name="connsiteX1" fmla="*/ 4061039 w 6994136"/>
              <a:gd name="connsiteY1" fmla="*/ 6544959 h 6553841"/>
              <a:gd name="connsiteX2" fmla="*/ 0 w 6994136"/>
              <a:gd name="connsiteY2" fmla="*/ 2193494 h 6553841"/>
              <a:gd name="connsiteX3" fmla="*/ 6994136 w 6994136"/>
              <a:gd name="connsiteY3" fmla="*/ 0 h 6553841"/>
              <a:gd name="connsiteX4" fmla="*/ 6965271 w 6994136"/>
              <a:gd name="connsiteY4" fmla="*/ 3419009 h 6553841"/>
              <a:gd name="connsiteX5" fmla="*/ 4833726 w 699413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0 w 7056306"/>
              <a:gd name="connsiteY2" fmla="*/ 2193494 h 6553841"/>
              <a:gd name="connsiteX3" fmla="*/ 7056306 w 7056306"/>
              <a:gd name="connsiteY3" fmla="*/ 0 h 6553841"/>
              <a:gd name="connsiteX4" fmla="*/ 7027441 w 7056306"/>
              <a:gd name="connsiteY4" fmla="*/ 3419009 h 6553841"/>
              <a:gd name="connsiteX5" fmla="*/ 4895896 w 7056306"/>
              <a:gd name="connsiteY5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197612 w 7056306"/>
              <a:gd name="connsiteY2" fmla="*/ 2397746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895896 w 7056306"/>
              <a:gd name="connsiteY0" fmla="*/ 6553841 h 6553841"/>
              <a:gd name="connsiteX1" fmla="*/ 4123209 w 7056306"/>
              <a:gd name="connsiteY1" fmla="*/ 6544959 h 6553841"/>
              <a:gd name="connsiteX2" fmla="*/ 91034 w 7056306"/>
              <a:gd name="connsiteY2" fmla="*/ 2442148 h 6553841"/>
              <a:gd name="connsiteX3" fmla="*/ 0 w 7056306"/>
              <a:gd name="connsiteY3" fmla="*/ 2193494 h 6553841"/>
              <a:gd name="connsiteX4" fmla="*/ 7056306 w 7056306"/>
              <a:gd name="connsiteY4" fmla="*/ 0 h 6553841"/>
              <a:gd name="connsiteX5" fmla="*/ 7027441 w 7056306"/>
              <a:gd name="connsiteY5" fmla="*/ 3419009 h 6553841"/>
              <a:gd name="connsiteX6" fmla="*/ 4895896 w 7056306"/>
              <a:gd name="connsiteY6" fmla="*/ 6553841 h 6553841"/>
              <a:gd name="connsiteX0" fmla="*/ 4922142 w 7082552"/>
              <a:gd name="connsiteY0" fmla="*/ 6553841 h 6553841"/>
              <a:gd name="connsiteX1" fmla="*/ 4149455 w 7082552"/>
              <a:gd name="connsiteY1" fmla="*/ 6544959 h 6553841"/>
              <a:gd name="connsiteX2" fmla="*/ 117280 w 7082552"/>
              <a:gd name="connsiteY2" fmla="*/ 2442148 h 6553841"/>
              <a:gd name="connsiteX3" fmla="*/ 26246 w 7082552"/>
              <a:gd name="connsiteY3" fmla="*/ 2193494 h 6553841"/>
              <a:gd name="connsiteX4" fmla="*/ 7082552 w 7082552"/>
              <a:gd name="connsiteY4" fmla="*/ 0 h 6553841"/>
              <a:gd name="connsiteX5" fmla="*/ 7053687 w 7082552"/>
              <a:gd name="connsiteY5" fmla="*/ 3419009 h 6553841"/>
              <a:gd name="connsiteX6" fmla="*/ 4922142 w 7082552"/>
              <a:gd name="connsiteY6" fmla="*/ 6553841 h 6553841"/>
              <a:gd name="connsiteX0" fmla="*/ 4950971 w 7111381"/>
              <a:gd name="connsiteY0" fmla="*/ 6553841 h 6553841"/>
              <a:gd name="connsiteX1" fmla="*/ 4178284 w 7111381"/>
              <a:gd name="connsiteY1" fmla="*/ 6544959 h 6553841"/>
              <a:gd name="connsiteX2" fmla="*/ 146109 w 7111381"/>
              <a:gd name="connsiteY2" fmla="*/ 2442148 h 6553841"/>
              <a:gd name="connsiteX3" fmla="*/ 55075 w 7111381"/>
              <a:gd name="connsiteY3" fmla="*/ 2193494 h 6553841"/>
              <a:gd name="connsiteX4" fmla="*/ 7111381 w 7111381"/>
              <a:gd name="connsiteY4" fmla="*/ 0 h 6553841"/>
              <a:gd name="connsiteX5" fmla="*/ 7082516 w 7111381"/>
              <a:gd name="connsiteY5" fmla="*/ 3419009 h 6553841"/>
              <a:gd name="connsiteX6" fmla="*/ 4950971 w 7111381"/>
              <a:gd name="connsiteY6" fmla="*/ 6553841 h 6553841"/>
              <a:gd name="connsiteX0" fmla="*/ 4963653 w 7124063"/>
              <a:gd name="connsiteY0" fmla="*/ 6553841 h 6553841"/>
              <a:gd name="connsiteX1" fmla="*/ 4190966 w 7124063"/>
              <a:gd name="connsiteY1" fmla="*/ 6544959 h 6553841"/>
              <a:gd name="connsiteX2" fmla="*/ 158791 w 7124063"/>
              <a:gd name="connsiteY2" fmla="*/ 2442148 h 6553841"/>
              <a:gd name="connsiteX3" fmla="*/ 67757 w 7124063"/>
              <a:gd name="connsiteY3" fmla="*/ 2193494 h 6553841"/>
              <a:gd name="connsiteX4" fmla="*/ 7124063 w 7124063"/>
              <a:gd name="connsiteY4" fmla="*/ 0 h 6553841"/>
              <a:gd name="connsiteX5" fmla="*/ 7095198 w 7124063"/>
              <a:gd name="connsiteY5" fmla="*/ 3419009 h 6553841"/>
              <a:gd name="connsiteX6" fmla="*/ 4963653 w 7124063"/>
              <a:gd name="connsiteY6" fmla="*/ 6553841 h 6553841"/>
              <a:gd name="connsiteX0" fmla="*/ 4951680 w 7112090"/>
              <a:gd name="connsiteY0" fmla="*/ 6553841 h 6553841"/>
              <a:gd name="connsiteX1" fmla="*/ 4178993 w 7112090"/>
              <a:gd name="connsiteY1" fmla="*/ 6544959 h 6553841"/>
              <a:gd name="connsiteX2" fmla="*/ 146818 w 7112090"/>
              <a:gd name="connsiteY2" fmla="*/ 2442148 h 6553841"/>
              <a:gd name="connsiteX3" fmla="*/ 78234 w 7112090"/>
              <a:gd name="connsiteY3" fmla="*/ 2187080 h 6553841"/>
              <a:gd name="connsiteX4" fmla="*/ 7112090 w 7112090"/>
              <a:gd name="connsiteY4" fmla="*/ 0 h 6553841"/>
              <a:gd name="connsiteX5" fmla="*/ 7083225 w 7112090"/>
              <a:gd name="connsiteY5" fmla="*/ 3419009 h 6553841"/>
              <a:gd name="connsiteX6" fmla="*/ 4951680 w 7112090"/>
              <a:gd name="connsiteY6" fmla="*/ 6553841 h 6553841"/>
              <a:gd name="connsiteX0" fmla="*/ 4951680 w 7083225"/>
              <a:gd name="connsiteY0" fmla="*/ 6527921 h 6527921"/>
              <a:gd name="connsiteX1" fmla="*/ 4178993 w 7083225"/>
              <a:gd name="connsiteY1" fmla="*/ 6519039 h 6527921"/>
              <a:gd name="connsiteX2" fmla="*/ 146818 w 7083225"/>
              <a:gd name="connsiteY2" fmla="*/ 2416228 h 6527921"/>
              <a:gd name="connsiteX3" fmla="*/ 78234 w 7083225"/>
              <a:gd name="connsiteY3" fmla="*/ 2161160 h 6527921"/>
              <a:gd name="connsiteX4" fmla="*/ 7077534 w 7083225"/>
              <a:gd name="connsiteY4" fmla="*/ 0 h 6527921"/>
              <a:gd name="connsiteX5" fmla="*/ 7083225 w 7083225"/>
              <a:gd name="connsiteY5" fmla="*/ 3393089 h 6527921"/>
              <a:gd name="connsiteX6" fmla="*/ 4951680 w 7083225"/>
              <a:gd name="connsiteY6" fmla="*/ 6527921 h 6527921"/>
              <a:gd name="connsiteX0" fmla="*/ 4996130 w 7083225"/>
              <a:gd name="connsiteY0" fmla="*/ 6521571 h 6521571"/>
              <a:gd name="connsiteX1" fmla="*/ 4178993 w 7083225"/>
              <a:gd name="connsiteY1" fmla="*/ 6519039 h 6521571"/>
              <a:gd name="connsiteX2" fmla="*/ 146818 w 7083225"/>
              <a:gd name="connsiteY2" fmla="*/ 2416228 h 6521571"/>
              <a:gd name="connsiteX3" fmla="*/ 78234 w 7083225"/>
              <a:gd name="connsiteY3" fmla="*/ 2161160 h 6521571"/>
              <a:gd name="connsiteX4" fmla="*/ 7077534 w 7083225"/>
              <a:gd name="connsiteY4" fmla="*/ 0 h 6521571"/>
              <a:gd name="connsiteX5" fmla="*/ 7083225 w 7083225"/>
              <a:gd name="connsiteY5" fmla="*/ 3393089 h 6521571"/>
              <a:gd name="connsiteX6" fmla="*/ 4996130 w 7083225"/>
              <a:gd name="connsiteY6" fmla="*/ 6521571 h 6521571"/>
              <a:gd name="connsiteX0" fmla="*/ 4996130 w 7083225"/>
              <a:gd name="connsiteY0" fmla="*/ 6521571 h 6525389"/>
              <a:gd name="connsiteX1" fmla="*/ 4182168 w 7083225"/>
              <a:gd name="connsiteY1" fmla="*/ 6525389 h 6525389"/>
              <a:gd name="connsiteX2" fmla="*/ 146818 w 7083225"/>
              <a:gd name="connsiteY2" fmla="*/ 2416228 h 6525389"/>
              <a:gd name="connsiteX3" fmla="*/ 78234 w 7083225"/>
              <a:gd name="connsiteY3" fmla="*/ 2161160 h 6525389"/>
              <a:gd name="connsiteX4" fmla="*/ 7077534 w 7083225"/>
              <a:gd name="connsiteY4" fmla="*/ 0 h 6525389"/>
              <a:gd name="connsiteX5" fmla="*/ 7083225 w 7083225"/>
              <a:gd name="connsiteY5" fmla="*/ 3393089 h 6525389"/>
              <a:gd name="connsiteX6" fmla="*/ 4996130 w 7083225"/>
              <a:gd name="connsiteY6" fmla="*/ 6521571 h 6525389"/>
              <a:gd name="connsiteX0" fmla="*/ 4996130 w 7084961"/>
              <a:gd name="connsiteY0" fmla="*/ 653271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4996130 w 7084961"/>
              <a:gd name="connsiteY6" fmla="*/ 6532712 h 6536530"/>
              <a:gd name="connsiteX0" fmla="*/ 5013784 w 7084961"/>
              <a:gd name="connsiteY0" fmla="*/ 6536242 h 6536530"/>
              <a:gd name="connsiteX1" fmla="*/ 4182168 w 7084961"/>
              <a:gd name="connsiteY1" fmla="*/ 6536530 h 6536530"/>
              <a:gd name="connsiteX2" fmla="*/ 146818 w 7084961"/>
              <a:gd name="connsiteY2" fmla="*/ 2427369 h 6536530"/>
              <a:gd name="connsiteX3" fmla="*/ 78234 w 7084961"/>
              <a:gd name="connsiteY3" fmla="*/ 2172301 h 6536530"/>
              <a:gd name="connsiteX4" fmla="*/ 7084961 w 7084961"/>
              <a:gd name="connsiteY4" fmla="*/ 0 h 6536530"/>
              <a:gd name="connsiteX5" fmla="*/ 7083225 w 7084961"/>
              <a:gd name="connsiteY5" fmla="*/ 3404230 h 6536530"/>
              <a:gd name="connsiteX6" fmla="*/ 5013784 w 7084961"/>
              <a:gd name="connsiteY6" fmla="*/ 6536242 h 6536530"/>
              <a:gd name="connsiteX0" fmla="*/ 5013784 w 7084961"/>
              <a:gd name="connsiteY0" fmla="*/ 6536242 h 6547121"/>
              <a:gd name="connsiteX1" fmla="*/ 4185699 w 7084961"/>
              <a:gd name="connsiteY1" fmla="*/ 6547121 h 6547121"/>
              <a:gd name="connsiteX2" fmla="*/ 146818 w 7084961"/>
              <a:gd name="connsiteY2" fmla="*/ 2427369 h 6547121"/>
              <a:gd name="connsiteX3" fmla="*/ 78234 w 7084961"/>
              <a:gd name="connsiteY3" fmla="*/ 2172301 h 6547121"/>
              <a:gd name="connsiteX4" fmla="*/ 7084961 w 7084961"/>
              <a:gd name="connsiteY4" fmla="*/ 0 h 6547121"/>
              <a:gd name="connsiteX5" fmla="*/ 7083225 w 7084961"/>
              <a:gd name="connsiteY5" fmla="*/ 3404230 h 6547121"/>
              <a:gd name="connsiteX6" fmla="*/ 5013784 w 7084961"/>
              <a:gd name="connsiteY6" fmla="*/ 6536242 h 6547121"/>
              <a:gd name="connsiteX0" fmla="*/ 5013784 w 7086830"/>
              <a:gd name="connsiteY0" fmla="*/ 6536242 h 6547121"/>
              <a:gd name="connsiteX1" fmla="*/ 4185699 w 7086830"/>
              <a:gd name="connsiteY1" fmla="*/ 6547121 h 6547121"/>
              <a:gd name="connsiteX2" fmla="*/ 146818 w 7086830"/>
              <a:gd name="connsiteY2" fmla="*/ 2427369 h 6547121"/>
              <a:gd name="connsiteX3" fmla="*/ 78234 w 7086830"/>
              <a:gd name="connsiteY3" fmla="*/ 2172301 h 6547121"/>
              <a:gd name="connsiteX4" fmla="*/ 7084961 w 7086830"/>
              <a:gd name="connsiteY4" fmla="*/ 0 h 6547121"/>
              <a:gd name="connsiteX5" fmla="*/ 7086755 w 7086830"/>
              <a:gd name="connsiteY5" fmla="*/ 3425413 h 6547121"/>
              <a:gd name="connsiteX6" fmla="*/ 5013784 w 7086830"/>
              <a:gd name="connsiteY6" fmla="*/ 6536242 h 6547121"/>
              <a:gd name="connsiteX0" fmla="*/ 5013784 w 7099083"/>
              <a:gd name="connsiteY0" fmla="*/ 6543303 h 6554182"/>
              <a:gd name="connsiteX1" fmla="*/ 4185699 w 7099083"/>
              <a:gd name="connsiteY1" fmla="*/ 6554182 h 6554182"/>
              <a:gd name="connsiteX2" fmla="*/ 146818 w 7099083"/>
              <a:gd name="connsiteY2" fmla="*/ 2434430 h 6554182"/>
              <a:gd name="connsiteX3" fmla="*/ 78234 w 7099083"/>
              <a:gd name="connsiteY3" fmla="*/ 2179362 h 6554182"/>
              <a:gd name="connsiteX4" fmla="*/ 7099083 w 7099083"/>
              <a:gd name="connsiteY4" fmla="*/ 0 h 6554182"/>
              <a:gd name="connsiteX5" fmla="*/ 7086755 w 7099083"/>
              <a:gd name="connsiteY5" fmla="*/ 3432474 h 6554182"/>
              <a:gd name="connsiteX6" fmla="*/ 5013784 w 7099083"/>
              <a:gd name="connsiteY6" fmla="*/ 6543303 h 6554182"/>
              <a:gd name="connsiteX0" fmla="*/ 4996305 w 7081604"/>
              <a:gd name="connsiteY0" fmla="*/ 6543303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96305 w 7081604"/>
              <a:gd name="connsiteY6" fmla="*/ 6543303 h 6554182"/>
              <a:gd name="connsiteX0" fmla="*/ 4989581 w 7081604"/>
              <a:gd name="connsiteY0" fmla="*/ 6553388 h 6554182"/>
              <a:gd name="connsiteX1" fmla="*/ 4168220 w 7081604"/>
              <a:gd name="connsiteY1" fmla="*/ 6554182 h 6554182"/>
              <a:gd name="connsiteX2" fmla="*/ 129339 w 7081604"/>
              <a:gd name="connsiteY2" fmla="*/ 2434430 h 6554182"/>
              <a:gd name="connsiteX3" fmla="*/ 98856 w 7081604"/>
              <a:gd name="connsiteY3" fmla="*/ 2169837 h 6554182"/>
              <a:gd name="connsiteX4" fmla="*/ 7081604 w 7081604"/>
              <a:gd name="connsiteY4" fmla="*/ 0 h 6554182"/>
              <a:gd name="connsiteX5" fmla="*/ 7069276 w 7081604"/>
              <a:gd name="connsiteY5" fmla="*/ 3432474 h 6554182"/>
              <a:gd name="connsiteX6" fmla="*/ 4989581 w 7081604"/>
              <a:gd name="connsiteY6" fmla="*/ 6553388 h 6554182"/>
              <a:gd name="connsiteX0" fmla="*/ 5006391 w 7081604"/>
              <a:gd name="connsiteY0" fmla="*/ 6556750 h 6556750"/>
              <a:gd name="connsiteX1" fmla="*/ 4168220 w 7081604"/>
              <a:gd name="connsiteY1" fmla="*/ 6554182 h 6556750"/>
              <a:gd name="connsiteX2" fmla="*/ 129339 w 7081604"/>
              <a:gd name="connsiteY2" fmla="*/ 2434430 h 6556750"/>
              <a:gd name="connsiteX3" fmla="*/ 98856 w 7081604"/>
              <a:gd name="connsiteY3" fmla="*/ 2169837 h 6556750"/>
              <a:gd name="connsiteX4" fmla="*/ 7081604 w 7081604"/>
              <a:gd name="connsiteY4" fmla="*/ 0 h 6556750"/>
              <a:gd name="connsiteX5" fmla="*/ 7069276 w 7081604"/>
              <a:gd name="connsiteY5" fmla="*/ 3432474 h 6556750"/>
              <a:gd name="connsiteX6" fmla="*/ 5006391 w 7081604"/>
              <a:gd name="connsiteY6" fmla="*/ 6556750 h 6556750"/>
              <a:gd name="connsiteX0" fmla="*/ 5006391 w 7092829"/>
              <a:gd name="connsiteY0" fmla="*/ 6556750 h 6556750"/>
              <a:gd name="connsiteX1" fmla="*/ 4168220 w 7092829"/>
              <a:gd name="connsiteY1" fmla="*/ 6554182 h 6556750"/>
              <a:gd name="connsiteX2" fmla="*/ 129339 w 7092829"/>
              <a:gd name="connsiteY2" fmla="*/ 2434430 h 6556750"/>
              <a:gd name="connsiteX3" fmla="*/ 98856 w 7092829"/>
              <a:gd name="connsiteY3" fmla="*/ 2169837 h 6556750"/>
              <a:gd name="connsiteX4" fmla="*/ 7081604 w 7092829"/>
              <a:gd name="connsiteY4" fmla="*/ 0 h 6556750"/>
              <a:gd name="connsiteX5" fmla="*/ 7092810 w 7092829"/>
              <a:gd name="connsiteY5" fmla="*/ 3405580 h 6556750"/>
              <a:gd name="connsiteX6" fmla="*/ 5006391 w 7092829"/>
              <a:gd name="connsiteY6" fmla="*/ 6556750 h 6556750"/>
              <a:gd name="connsiteX0" fmla="*/ 5006391 w 7095052"/>
              <a:gd name="connsiteY0" fmla="*/ 6560112 h 6560112"/>
              <a:gd name="connsiteX1" fmla="*/ 4168220 w 7095052"/>
              <a:gd name="connsiteY1" fmla="*/ 655754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5006391 w 7095052"/>
              <a:gd name="connsiteY0" fmla="*/ 6560112 h 6560112"/>
              <a:gd name="connsiteX1" fmla="*/ 3149235 w 7095052"/>
              <a:gd name="connsiteY1" fmla="*/ 5693824 h 6560112"/>
              <a:gd name="connsiteX2" fmla="*/ 129339 w 7095052"/>
              <a:gd name="connsiteY2" fmla="*/ 2437792 h 6560112"/>
              <a:gd name="connsiteX3" fmla="*/ 98856 w 7095052"/>
              <a:gd name="connsiteY3" fmla="*/ 2173199 h 6560112"/>
              <a:gd name="connsiteX4" fmla="*/ 7095052 w 7095052"/>
              <a:gd name="connsiteY4" fmla="*/ 0 h 6560112"/>
              <a:gd name="connsiteX5" fmla="*/ 7092810 w 7095052"/>
              <a:gd name="connsiteY5" fmla="*/ 3408942 h 6560112"/>
              <a:gd name="connsiteX6" fmla="*/ 5006391 w 7095052"/>
              <a:gd name="connsiteY6" fmla="*/ 6560112 h 6560112"/>
              <a:gd name="connsiteX0" fmla="*/ 3384712 w 7095052"/>
              <a:gd name="connsiteY0" fmla="*/ 5702607 h 5702607"/>
              <a:gd name="connsiteX1" fmla="*/ 3149235 w 7095052"/>
              <a:gd name="connsiteY1" fmla="*/ 5693824 h 5702607"/>
              <a:gd name="connsiteX2" fmla="*/ 129339 w 7095052"/>
              <a:gd name="connsiteY2" fmla="*/ 2437792 h 5702607"/>
              <a:gd name="connsiteX3" fmla="*/ 98856 w 7095052"/>
              <a:gd name="connsiteY3" fmla="*/ 2173199 h 5702607"/>
              <a:gd name="connsiteX4" fmla="*/ 7095052 w 7095052"/>
              <a:gd name="connsiteY4" fmla="*/ 0 h 5702607"/>
              <a:gd name="connsiteX5" fmla="*/ 7092810 w 7095052"/>
              <a:gd name="connsiteY5" fmla="*/ 3408942 h 5702607"/>
              <a:gd name="connsiteX6" fmla="*/ 3384712 w 7095052"/>
              <a:gd name="connsiteY6" fmla="*/ 5702607 h 5702607"/>
              <a:gd name="connsiteX0" fmla="*/ 3384712 w 7092810"/>
              <a:gd name="connsiteY0" fmla="*/ 5652896 h 5652896"/>
              <a:gd name="connsiteX1" fmla="*/ 3149235 w 7092810"/>
              <a:gd name="connsiteY1" fmla="*/ 5644113 h 5652896"/>
              <a:gd name="connsiteX2" fmla="*/ 129339 w 7092810"/>
              <a:gd name="connsiteY2" fmla="*/ 2388081 h 5652896"/>
              <a:gd name="connsiteX3" fmla="*/ 98856 w 7092810"/>
              <a:gd name="connsiteY3" fmla="*/ 2123488 h 5652896"/>
              <a:gd name="connsiteX4" fmla="*/ 6629053 w 7092810"/>
              <a:gd name="connsiteY4" fmla="*/ 0 h 5652896"/>
              <a:gd name="connsiteX5" fmla="*/ 7092810 w 7092810"/>
              <a:gd name="connsiteY5" fmla="*/ 3359231 h 5652896"/>
              <a:gd name="connsiteX6" fmla="*/ 3384712 w 7092810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34785 w 6629053"/>
              <a:gd name="connsiteY5" fmla="*/ 3458652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160811 w 6629053"/>
              <a:gd name="connsiteY5" fmla="*/ 3123106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378278 w 6629053"/>
              <a:gd name="connsiteY5" fmla="*/ 2060544 h 5652896"/>
              <a:gd name="connsiteX6" fmla="*/ 3384712 w 6629053"/>
              <a:gd name="connsiteY6" fmla="*/ 5652896 h 5652896"/>
              <a:gd name="connsiteX0" fmla="*/ 3384712 w 6629053"/>
              <a:gd name="connsiteY0" fmla="*/ 5652896 h 5652896"/>
              <a:gd name="connsiteX1" fmla="*/ 3149235 w 6629053"/>
              <a:gd name="connsiteY1" fmla="*/ 5644113 h 5652896"/>
              <a:gd name="connsiteX2" fmla="*/ 129339 w 6629053"/>
              <a:gd name="connsiteY2" fmla="*/ 2388081 h 5652896"/>
              <a:gd name="connsiteX3" fmla="*/ 98856 w 6629053"/>
              <a:gd name="connsiteY3" fmla="*/ 2123488 h 5652896"/>
              <a:gd name="connsiteX4" fmla="*/ 6629053 w 6629053"/>
              <a:gd name="connsiteY4" fmla="*/ 0 h 5652896"/>
              <a:gd name="connsiteX5" fmla="*/ 6508758 w 6629053"/>
              <a:gd name="connsiteY5" fmla="*/ 1898985 h 5652896"/>
              <a:gd name="connsiteX6" fmla="*/ 3384712 w 6629053"/>
              <a:gd name="connsiteY6" fmla="*/ 5652896 h 5652896"/>
              <a:gd name="connsiteX0" fmla="*/ 3384712 w 6523426"/>
              <a:gd name="connsiteY0" fmla="*/ 5609400 h 5609400"/>
              <a:gd name="connsiteX1" fmla="*/ 3149235 w 6523426"/>
              <a:gd name="connsiteY1" fmla="*/ 5600617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6508758 w 6523426"/>
              <a:gd name="connsiteY5" fmla="*/ 1855489 h 5609400"/>
              <a:gd name="connsiteX6" fmla="*/ 3384712 w 6523426"/>
              <a:gd name="connsiteY6" fmla="*/ 5609400 h 5609400"/>
              <a:gd name="connsiteX0" fmla="*/ 3384712 w 6523426"/>
              <a:gd name="connsiteY0" fmla="*/ 5609400 h 5609400"/>
              <a:gd name="connsiteX1" fmla="*/ 3118168 w 6523426"/>
              <a:gd name="connsiteY1" fmla="*/ 5594404 h 5609400"/>
              <a:gd name="connsiteX2" fmla="*/ 129339 w 6523426"/>
              <a:gd name="connsiteY2" fmla="*/ 2344585 h 5609400"/>
              <a:gd name="connsiteX3" fmla="*/ 98856 w 6523426"/>
              <a:gd name="connsiteY3" fmla="*/ 2079992 h 5609400"/>
              <a:gd name="connsiteX4" fmla="*/ 6523426 w 6523426"/>
              <a:gd name="connsiteY4" fmla="*/ 0 h 5609400"/>
              <a:gd name="connsiteX5" fmla="*/ 5931176 w 6523426"/>
              <a:gd name="connsiteY5" fmla="*/ 2555863 h 5609400"/>
              <a:gd name="connsiteX6" fmla="*/ 3384712 w 6523426"/>
              <a:gd name="connsiteY6" fmla="*/ 5609400 h 5609400"/>
              <a:gd name="connsiteX0" fmla="*/ 3384712 w 5931191"/>
              <a:gd name="connsiteY0" fmla="*/ 5421672 h 5421672"/>
              <a:gd name="connsiteX1" fmla="*/ 3118168 w 5931191"/>
              <a:gd name="connsiteY1" fmla="*/ 5406676 h 5421672"/>
              <a:gd name="connsiteX2" fmla="*/ 129339 w 5931191"/>
              <a:gd name="connsiteY2" fmla="*/ 2156857 h 5421672"/>
              <a:gd name="connsiteX3" fmla="*/ 98856 w 5931191"/>
              <a:gd name="connsiteY3" fmla="*/ 1892264 h 5421672"/>
              <a:gd name="connsiteX4" fmla="*/ 5916965 w 5931191"/>
              <a:gd name="connsiteY4" fmla="*/ 0 h 5421672"/>
              <a:gd name="connsiteX5" fmla="*/ 5931176 w 5931191"/>
              <a:gd name="connsiteY5" fmla="*/ 2368135 h 5421672"/>
              <a:gd name="connsiteX6" fmla="*/ 3384712 w 5931191"/>
              <a:gd name="connsiteY6" fmla="*/ 5421672 h 5421672"/>
              <a:gd name="connsiteX0" fmla="*/ 3384712 w 5931205"/>
              <a:gd name="connsiteY0" fmla="*/ 5421672 h 5421672"/>
              <a:gd name="connsiteX1" fmla="*/ 3118168 w 5931205"/>
              <a:gd name="connsiteY1" fmla="*/ 5406676 h 5421672"/>
              <a:gd name="connsiteX2" fmla="*/ 129339 w 5931205"/>
              <a:gd name="connsiteY2" fmla="*/ 2156857 h 5421672"/>
              <a:gd name="connsiteX3" fmla="*/ 98856 w 5931205"/>
              <a:gd name="connsiteY3" fmla="*/ 1892264 h 5421672"/>
              <a:gd name="connsiteX4" fmla="*/ 5916965 w 5931205"/>
              <a:gd name="connsiteY4" fmla="*/ 0 h 5421672"/>
              <a:gd name="connsiteX5" fmla="*/ 5931176 w 5931205"/>
              <a:gd name="connsiteY5" fmla="*/ 2368135 h 5421672"/>
              <a:gd name="connsiteX6" fmla="*/ 3384712 w 5931205"/>
              <a:gd name="connsiteY6" fmla="*/ 5421672 h 5421672"/>
              <a:gd name="connsiteX0" fmla="*/ 3384712 w 5931205"/>
              <a:gd name="connsiteY0" fmla="*/ 5421672 h 5427214"/>
              <a:gd name="connsiteX1" fmla="*/ 3130492 w 5931205"/>
              <a:gd name="connsiteY1" fmla="*/ 5427214 h 5427214"/>
              <a:gd name="connsiteX2" fmla="*/ 129339 w 5931205"/>
              <a:gd name="connsiteY2" fmla="*/ 2156857 h 5427214"/>
              <a:gd name="connsiteX3" fmla="*/ 98856 w 5931205"/>
              <a:gd name="connsiteY3" fmla="*/ 1892264 h 5427214"/>
              <a:gd name="connsiteX4" fmla="*/ 5916965 w 5931205"/>
              <a:gd name="connsiteY4" fmla="*/ 0 h 5427214"/>
              <a:gd name="connsiteX5" fmla="*/ 5931176 w 5931205"/>
              <a:gd name="connsiteY5" fmla="*/ 2368135 h 5427214"/>
              <a:gd name="connsiteX6" fmla="*/ 3384712 w 5931205"/>
              <a:gd name="connsiteY6" fmla="*/ 5421672 h 5427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1205" h="5427214">
                <a:moveTo>
                  <a:pt x="3384712" y="5421672"/>
                </a:moveTo>
                <a:lnTo>
                  <a:pt x="3130492" y="5427214"/>
                </a:lnTo>
                <a:cubicBezTo>
                  <a:pt x="1809052" y="4010467"/>
                  <a:pt x="1475633" y="3530108"/>
                  <a:pt x="129339" y="2156857"/>
                </a:cubicBezTo>
                <a:cubicBezTo>
                  <a:pt x="-87432" y="1945812"/>
                  <a:pt x="15569" y="1932016"/>
                  <a:pt x="98856" y="1892264"/>
                </a:cubicBezTo>
                <a:lnTo>
                  <a:pt x="5916965" y="0"/>
                </a:lnTo>
                <a:cubicBezTo>
                  <a:pt x="5923606" y="1091421"/>
                  <a:pt x="5931755" y="1233392"/>
                  <a:pt x="5931176" y="2368135"/>
                </a:cubicBezTo>
                <a:lnTo>
                  <a:pt x="3384712" y="5421672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sz="1463"/>
          </a:p>
        </p:txBody>
      </p:sp>
    </p:spTree>
    <p:extLst>
      <p:ext uri="{BB962C8B-B14F-4D97-AF65-F5344CB8AC3E}">
        <p14:creationId xmlns:p14="http://schemas.microsoft.com/office/powerpoint/2010/main" val="2460136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1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A_subhea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442725" y="1800000"/>
            <a:ext cx="293085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300">
                <a:solidFill>
                  <a:schemeClr val="tx1"/>
                </a:solidFill>
              </a:defRPr>
            </a:lvl1pPr>
            <a:lvl2pPr algn="l">
              <a:defRPr sz="1625">
                <a:solidFill>
                  <a:schemeClr val="accent2"/>
                </a:solidFill>
              </a:defRPr>
            </a:lvl2pPr>
            <a:lvl3pPr algn="l">
              <a:defRPr sz="1625">
                <a:solidFill>
                  <a:schemeClr val="accent2"/>
                </a:solidFill>
              </a:defRPr>
            </a:lvl3pPr>
            <a:lvl4pPr algn="l">
              <a:defRPr sz="1625">
                <a:solidFill>
                  <a:schemeClr val="accent2"/>
                </a:solidFill>
              </a:defRPr>
            </a:lvl4pPr>
            <a:lvl5pPr algn="l">
              <a:defRPr sz="1625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err="1"/>
              <a:t>Bodycopy</a:t>
            </a:r>
            <a:r>
              <a:rPr lang="en-GB"/>
              <a:t> in here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292500" y="1800000"/>
            <a:ext cx="2925000" cy="4256262"/>
          </a:xfrm>
          <a:prstGeom prst="rect">
            <a:avLst/>
          </a:prstGeom>
        </p:spPr>
        <p:txBody>
          <a:bodyPr vert="horz">
            <a:noAutofit/>
          </a:bodyPr>
          <a:lstStyle>
            <a:lvl1pPr algn="l">
              <a:lnSpc>
                <a:spcPct val="100000"/>
              </a:lnSpc>
              <a:defRPr sz="1300">
                <a:solidFill>
                  <a:schemeClr val="tx1"/>
                </a:solidFill>
              </a:defRPr>
            </a:lvl1pPr>
            <a:lvl2pPr algn="l">
              <a:defRPr sz="1625">
                <a:solidFill>
                  <a:schemeClr val="accent2"/>
                </a:solidFill>
              </a:defRPr>
            </a:lvl2pPr>
            <a:lvl3pPr algn="l">
              <a:defRPr sz="1625">
                <a:solidFill>
                  <a:schemeClr val="accent2"/>
                </a:solidFill>
              </a:defRPr>
            </a:lvl3pPr>
            <a:lvl4pPr algn="l">
              <a:defRPr sz="1625">
                <a:solidFill>
                  <a:schemeClr val="accent2"/>
                </a:solidFill>
              </a:defRPr>
            </a:lvl4pPr>
            <a:lvl5pPr algn="l">
              <a:defRPr sz="1625"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err="1"/>
              <a:t>Bodycopy</a:t>
            </a:r>
            <a:r>
              <a:rPr lang="en-GB"/>
              <a:t> in here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C4B34AF1-3AD0-DE4E-91C8-39A92B56658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540000"/>
            <a:ext cx="9067500" cy="133867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2600"/>
              </a:lnSpc>
              <a:defRPr sz="2925">
                <a:solidFill>
                  <a:srgbClr val="333D47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658603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290" y="1588"/>
          <a:ext cx="12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0" y="1588"/>
                        <a:ext cx="12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  <a:latin typeface="+mn-lt"/>
                <a:ea typeface="+mn-ea"/>
                <a:cs typeface="+mn-cs"/>
                <a:sym typeface="+mn-lt"/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  <a:latin typeface="+mn-lt"/>
                <a:ea typeface="+mn-ea"/>
                <a:cs typeface="+mn-cs"/>
                <a:sym typeface="+mn-lt"/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9557954" y="6562556"/>
            <a:ext cx="283267" cy="189259"/>
          </a:xfrm>
          <a:prstGeom prst="rect">
            <a:avLst/>
          </a:prstGeom>
          <a:noFill/>
        </p:spPr>
        <p:txBody>
          <a:bodyPr wrap="square" lIns="73125" tIns="38025" rIns="73125" bIns="38025" rtlCol="0">
            <a:spAutoFit/>
          </a:bodyPr>
          <a:lstStyle/>
          <a:p>
            <a:pPr algn="r"/>
            <a:fld id="{6FE44530-26CC-4F42-A475-9489E3A0E8D7}" type="slidenum">
              <a:rPr lang="en-US" sz="73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algn="r"/>
              <a:t>‹#›</a:t>
            </a:fld>
            <a:endParaRPr lang="en-US" sz="731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5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 4개" preserve="1" userDrawn="1">
  <p:cSld name="1_제목 및 내용 4개 -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F9E748B-F128-B796-A8AA-07DFCA345A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6979858"/>
              </p:ext>
            </p:extLst>
          </p:nvPr>
        </p:nvGraphicFramePr>
        <p:xfrm>
          <a:off x="273000" y="868135"/>
          <a:ext cx="9359999" cy="5690888"/>
        </p:xfrm>
        <a:graphic>
          <a:graphicData uri="http://schemas.openxmlformats.org/drawingml/2006/table">
            <a:tbl>
              <a:tblPr/>
              <a:tblGrid>
                <a:gridCol w="605114">
                  <a:extLst>
                    <a:ext uri="{9D8B030D-6E8A-4147-A177-3AD203B41FA5}">
                      <a16:colId xmlns:a16="http://schemas.microsoft.com/office/drawing/2014/main" val="3071319410"/>
                    </a:ext>
                  </a:extLst>
                </a:gridCol>
                <a:gridCol w="665037">
                  <a:extLst>
                    <a:ext uri="{9D8B030D-6E8A-4147-A177-3AD203B41FA5}">
                      <a16:colId xmlns:a16="http://schemas.microsoft.com/office/drawing/2014/main" val="367291795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00468237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8056129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61023888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90183366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57504374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94650719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22107165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28843481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40010572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04133213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238714683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52500023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278886045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27021716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18608626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072423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71967735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982378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96858320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32970995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30316830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58332858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110053508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741298990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145229681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65882685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2118264514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320610049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1601797346"/>
                    </a:ext>
                  </a:extLst>
                </a:gridCol>
                <a:gridCol w="224718">
                  <a:extLst>
                    <a:ext uri="{9D8B030D-6E8A-4147-A177-3AD203B41FA5}">
                      <a16:colId xmlns:a16="http://schemas.microsoft.com/office/drawing/2014/main" val="4198142011"/>
                    </a:ext>
                  </a:extLst>
                </a:gridCol>
              </a:tblGrid>
              <a:tr h="84830">
                <a:tc rowSpan="2"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1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25/08 (M1)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25/09 (M2)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25/10 (M3)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25/11 (M4)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25/12 (M5)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0" marR="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26/01 (M6)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26/02 (M7)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26/03 (M8)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spc="-50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26/04</a:t>
                      </a:r>
                      <a:endParaRPr kumimoji="1" lang="ko-KR" altLang="en-US" sz="1000" b="1" i="0" u="none" strike="noStrike" kern="1200" cap="none" spc="-5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27010"/>
                  </a:ext>
                </a:extLst>
              </a:tr>
              <a:tr h="152865">
                <a:tc gridSpan="2"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Noto Sans CJK KR Regular" panose="020B0500000000000000" pitchFamily="34" charset="-127"/>
                        <a:ea typeface="Noto Sans CJK KR Regular" panose="020B0500000000000000" pitchFamily="34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W5</a:t>
                      </a:r>
                      <a:endParaRPr kumimoji="1" lang="ko-KR" altLang="en-US" sz="105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W5</a:t>
                      </a:r>
                      <a:endParaRPr kumimoji="1" lang="ko-KR" altLang="en-US" sz="105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W3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W4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kumimoji="0" sz="1800" kern="1200">
                          <a:solidFill>
                            <a:schemeClr val="dk1"/>
                          </a:solidFill>
                          <a:latin typeface="맑은 고딕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W1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1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W2</a:t>
                      </a:r>
                      <a:endParaRPr kumimoji="1" lang="ko-KR" altLang="en-US" sz="700" b="1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000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라이브챗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12299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666480"/>
                  </a:ext>
                </a:extLst>
              </a:tr>
              <a:tr h="183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941748"/>
                  </a:ext>
                </a:extLst>
              </a:tr>
              <a:tr h="830976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AI CSR Assistant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83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(Sprint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방식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)</a:t>
                      </a:r>
                      <a:endParaRPr kumimoji="1" lang="ko-KR" alt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664862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-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366549"/>
                  </a:ext>
                </a:extLst>
              </a:tr>
              <a:tr h="1142130"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문서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전처리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데이터 </a:t>
                      </a:r>
                      <a:b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</a:b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파이프라인</a:t>
                      </a:r>
                      <a:b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</a:b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구축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설계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442062"/>
                  </a:ext>
                </a:extLst>
              </a:tr>
              <a:tr h="30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개발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387938"/>
                  </a:ext>
                </a:extLst>
              </a:tr>
              <a:tr h="30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테스트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개선</a:t>
                      </a: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128509"/>
                  </a:ext>
                </a:extLst>
              </a:tr>
              <a:tr h="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인프라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보안 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환경분석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/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구성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아리따-돋움4.0(OTF)-Medium"/>
                          <a:ea typeface="아리따-돋움4.0(OTF)-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솔루션</a:t>
                      </a:r>
                      <a:endParaRPr kumimoji="1" lang="en-US" altLang="ko-KR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설치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468787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보안</a:t>
                      </a:r>
                      <a:r>
                        <a:rPr kumimoji="1" lang="en-US" altLang="ko-KR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조치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603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normalizeH="0" baseline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_Pro Medium" panose="00000600000000000000" pitchFamily="50" charset="-127"/>
                          <a:ea typeface="KoPub돋움체_Pro Medium" panose="00000600000000000000" pitchFamily="50" charset="-127"/>
                          <a:cs typeface="굴림" pitchFamily="50" charset="-127"/>
                        </a:rPr>
                        <a:t>운영 이관</a:t>
                      </a:r>
                      <a:endParaRPr kumimoji="1" lang="en-US" sz="800" b="0" i="0" u="none" strike="noStrike" kern="1200" cap="none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prstClr val="white">
                            <a:lumMod val="50000"/>
                          </a:prst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 noProof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ko-KR" altLang="en-US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chemeClr val="bg1">
                            <a:lumMod val="50000"/>
                          </a:schemeClr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200" b="0" i="0" u="none" strike="noStrike" kern="1200" cap="none" spc="0" normalizeH="0" baseline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굴림" pitchFamily="50" charset="-127"/>
                      </a:endParaRPr>
                    </a:p>
                  </a:txBody>
                  <a:tcPr marL="29250" marR="29250" marT="29250" marB="29250"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292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52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IA_ContentWhit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993F94-50EB-134E-8D6E-8B21C109C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A41853-EF22-D446-BDBC-A7CF3FE935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텍스트 개체 틀 5">
            <a:extLst>
              <a:ext uri="{FF2B5EF4-FFF2-40B4-BE49-F238E27FC236}">
                <a16:creationId xmlns:a16="http://schemas.microsoft.com/office/drawing/2014/main" id="{B3AFC6AA-4B20-BDC9-8B44-2319E7BA46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1505" y="1335928"/>
            <a:ext cx="9321701" cy="4595421"/>
          </a:xfrm>
        </p:spPr>
        <p:txBody>
          <a:bodyPr>
            <a:normAutofit/>
          </a:bodyPr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sym typeface="Wingdings" pitchFamily="2" charset="2"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  <a:endParaRPr lang="en-GB" altLang="ko-KR"/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CAA33909-F180-48BA-92BF-8BE03C0DF4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2500" y="328553"/>
            <a:ext cx="9320706" cy="415606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ts val="2600"/>
              </a:lnSpc>
              <a:defRPr sz="1600">
                <a:solidFill>
                  <a:srgbClr val="333D47"/>
                </a:solidFill>
                <a:latin typeface="AIA 바이탈리티 KR Bold" panose="00000800000000000000" pitchFamily="2" charset="-127"/>
                <a:ea typeface="AIA 바이탈리티 KR Bold" panose="00000800000000000000" pitchFamily="2" charset="-127"/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Headline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1542CB5-CC0B-4E9B-675B-191F3828FA98}"/>
              </a:ext>
            </a:extLst>
          </p:cNvPr>
          <p:cNvCxnSpPr>
            <a:cxnSpLocks/>
          </p:cNvCxnSpPr>
          <p:nvPr userDrawn="1"/>
        </p:nvCxnSpPr>
        <p:spPr>
          <a:xfrm>
            <a:off x="292150" y="828136"/>
            <a:ext cx="93217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256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8D90CB1-28ED-E14A-A814-D09DD83203BB}"/>
              </a:ext>
            </a:extLst>
          </p:cNvPr>
          <p:cNvSpPr txBox="1"/>
          <p:nvPr userDrawn="1"/>
        </p:nvSpPr>
        <p:spPr>
          <a:xfrm>
            <a:off x="292100" y="6493172"/>
            <a:ext cx="5365750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89D574-0DC7-D24A-A878-081E980D7EB2}"/>
              </a:ext>
            </a:extLst>
          </p:cNvPr>
          <p:cNvCxnSpPr>
            <a:cxnSpLocks/>
          </p:cNvCxnSpPr>
          <p:nvPr userDrawn="1"/>
        </p:nvCxnSpPr>
        <p:spPr>
          <a:xfrm>
            <a:off x="0" y="6435524"/>
            <a:ext cx="9225746" cy="0"/>
          </a:xfrm>
          <a:prstGeom prst="line">
            <a:avLst/>
          </a:prstGeom>
          <a:ln w="12700">
            <a:solidFill>
              <a:srgbClr val="585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6050164" y="6539339"/>
            <a:ext cx="3205945" cy="150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6FE44530-26CC-4F42-A475-9489E3A0E8D7}" type="slidenum">
              <a:rPr lang="en-US" sz="97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algn="r"/>
              <a:t>‹#›</a:t>
            </a:fld>
            <a:endParaRPr lang="en-US" sz="975" err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917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e_Title Slide_Custom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E30A63B-FDEF-9545-A6F8-8A612A3F69B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4091E49-036B-1C4C-9065-A3BB3DA8D57A}"/>
              </a:ext>
            </a:extLst>
          </p:cNvPr>
          <p:cNvSpPr txBox="1"/>
          <p:nvPr userDrawn="1"/>
        </p:nvSpPr>
        <p:spPr>
          <a:xfrm>
            <a:off x="-4467260" y="5079946"/>
            <a:ext cx="4300043" cy="17780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3125" tIns="73125" rIns="73125" bIns="73125" rtlCol="0">
            <a:noAutofit/>
          </a:bodyPr>
          <a:lstStyle/>
          <a:p>
            <a:r>
              <a:rPr lang="en-US" sz="1138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change your background image: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Right click to select “Format Background”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Go to “Fill”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Select “Picture or texture 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Click Insert from “File” and you can select your own picture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23429B5-F274-DB4C-8E36-E3FA50891F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9" y="1905002"/>
            <a:ext cx="6840082" cy="741045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933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5588003"/>
            <a:ext cx="4127500" cy="358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239162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f_Title Slide_Custom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6629596-3772-BB43-AB98-3F64C9CBF23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C7AEAD4-C8D1-AF4B-B036-23DB06AD5EFE}"/>
              </a:ext>
            </a:extLst>
          </p:cNvPr>
          <p:cNvSpPr txBox="1"/>
          <p:nvPr userDrawn="1"/>
        </p:nvSpPr>
        <p:spPr>
          <a:xfrm>
            <a:off x="-4467260" y="5079946"/>
            <a:ext cx="4300043" cy="1778054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wrap="square" lIns="73125" tIns="73125" rIns="73125" bIns="73125" rtlCol="0">
            <a:noAutofit/>
          </a:bodyPr>
          <a:lstStyle/>
          <a:p>
            <a:r>
              <a:rPr lang="en-US" sz="1138" b="1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to change your background image: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Right click to select “Format Background”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Go to “Fill”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Select “Picture or texture fill”</a:t>
            </a:r>
          </a:p>
          <a:p>
            <a:r>
              <a:rPr lang="en-US" sz="1138" b="0" i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Click Insert from “File” and you can select your own picture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EE0F4218-70F1-D94B-BCA5-54CA47E99E7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799" y="1905002"/>
            <a:ext cx="6840082" cy="741045"/>
          </a:xfrm>
          <a:prstGeom prst="rect">
            <a:avLst/>
          </a:prstGeo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Title of Presentation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" y="0"/>
            <a:ext cx="9905038" cy="685866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4800" y="5588003"/>
            <a:ext cx="4127500" cy="358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138">
                <a:solidFill>
                  <a:schemeClr val="bg1"/>
                </a:solidFill>
              </a:defRPr>
            </a:lvl1pPr>
            <a:lvl2pPr marL="371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14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485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573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288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00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971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110748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78D90CB1-28ED-E14A-A814-D09DD83203BB}"/>
              </a:ext>
            </a:extLst>
          </p:cNvPr>
          <p:cNvSpPr txBox="1"/>
          <p:nvPr userDrawn="1"/>
        </p:nvSpPr>
        <p:spPr>
          <a:xfrm>
            <a:off x="292100" y="6493172"/>
            <a:ext cx="5365750" cy="204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3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B39D6F7-7364-5042-AA40-2DF56C72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1096962"/>
            <a:ext cx="8854272" cy="5083918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ct val="125000"/>
              </a:lnSpc>
              <a:defRPr sz="1138">
                <a:solidFill>
                  <a:srgbClr val="585858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C887C4D-4D8E-5941-88BE-BECE9C947E6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4" y="266218"/>
            <a:ext cx="8854272" cy="758577"/>
          </a:xfrm>
          <a:prstGeom prst="rect">
            <a:avLst/>
          </a:prstGeom>
        </p:spPr>
        <p:txBody>
          <a:bodyPr lIns="0" tIns="0" rIns="0" bIns="0" anchor="t"/>
          <a:lstStyle>
            <a:lvl1pPr>
              <a:lnSpc>
                <a:spcPts val="1950"/>
              </a:lnSpc>
              <a:defRPr sz="1950">
                <a:solidFill>
                  <a:srgbClr val="D31145"/>
                </a:solidFill>
              </a:defRPr>
            </a:lvl1pPr>
          </a:lstStyle>
          <a:p>
            <a:pPr lvl="0"/>
            <a:r>
              <a:rPr lang="en-US"/>
              <a:t>Content Title</a:t>
            </a:r>
            <a:br>
              <a:rPr lang="en-US"/>
            </a:br>
            <a:r>
              <a:rPr lang="en-US"/>
              <a:t>Divider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89D574-0DC7-D24A-A878-081E980D7EB2}"/>
              </a:ext>
            </a:extLst>
          </p:cNvPr>
          <p:cNvCxnSpPr>
            <a:cxnSpLocks/>
          </p:cNvCxnSpPr>
          <p:nvPr userDrawn="1"/>
        </p:nvCxnSpPr>
        <p:spPr>
          <a:xfrm>
            <a:off x="0" y="6435524"/>
            <a:ext cx="9225746" cy="0"/>
          </a:xfrm>
          <a:prstGeom prst="line">
            <a:avLst/>
          </a:prstGeom>
          <a:ln w="12700">
            <a:solidFill>
              <a:srgbClr val="5858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8D70E18-B604-8342-97F2-BD443AA442D6}"/>
              </a:ext>
            </a:extLst>
          </p:cNvPr>
          <p:cNvSpPr txBox="1"/>
          <p:nvPr userDrawn="1"/>
        </p:nvSpPr>
        <p:spPr>
          <a:xfrm>
            <a:off x="6050164" y="6539339"/>
            <a:ext cx="3205945" cy="1500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6FE44530-26CC-4F42-A475-9489E3A0E8D7}" type="slidenum">
              <a:rPr lang="en-US" sz="975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algn="r"/>
              <a:t>‹#›</a:t>
            </a:fld>
            <a:endParaRPr lang="en-US" sz="975" err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E301E-3795-4A01-9635-340EF4D6553E}"/>
              </a:ext>
            </a:extLst>
          </p:cNvPr>
          <p:cNvSpPr txBox="1"/>
          <p:nvPr userDrawn="1"/>
        </p:nvSpPr>
        <p:spPr>
          <a:xfrm>
            <a:off x="6618942" y="276173"/>
            <a:ext cx="2606804" cy="31745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wrap="none" rtlCol="0">
            <a:spAutoFit/>
          </a:bodyPr>
          <a:lstStyle/>
          <a:p>
            <a:pPr algn="r"/>
            <a:r>
              <a:rPr lang="en-GB" sz="1463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from Demand/Project</a:t>
            </a:r>
          </a:p>
        </p:txBody>
      </p:sp>
    </p:spTree>
    <p:extLst>
      <p:ext uri="{BB962C8B-B14F-4D97-AF65-F5344CB8AC3E}">
        <p14:creationId xmlns:p14="http://schemas.microsoft.com/office/powerpoint/2010/main" val="3753551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A717D-FDB4-4210-AFF1-9072991DB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47CCE0-9353-408B-80B5-96E26349DA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2439" y="955462"/>
            <a:ext cx="8964612" cy="471092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138">
                <a:solidFill>
                  <a:srgbClr val="6B6B6B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err="1"/>
              <a:t>ㅇㄹㅇㄴ</a:t>
            </a:r>
            <a:endParaRPr lang="en-US" altLang="ko-KR"/>
          </a:p>
          <a:p>
            <a:pPr lvl="0"/>
            <a:r>
              <a:rPr lang="ko-KR" altLang="en-US" err="1"/>
              <a:t>ㅇㄹㅇㄴ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196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IA_ContentWhite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0C0796C-1AE4-C045-9079-CEB572C3E496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5282" r="23738" b="21820"/>
          <a:stretch/>
        </p:blipFill>
        <p:spPr>
          <a:xfrm>
            <a:off x="7398545" y="2975844"/>
            <a:ext cx="2507455" cy="3882159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D4008E62-2FF1-D247-819A-620065B8A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2500" y="6264872"/>
            <a:ext cx="517992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8A41853-EF22-D446-BDBC-A7CF3FE9350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61D2C9DC-EE5F-0E74-551C-AF30004A8D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2500" y="393003"/>
            <a:ext cx="9067500" cy="538523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>
              <a:lnSpc>
                <a:spcPts val="3200"/>
              </a:lnSpc>
              <a:defRPr sz="3600" b="1" i="0">
                <a:solidFill>
                  <a:srgbClr val="333D47"/>
                </a:solidFill>
                <a:latin typeface="AIA Vitality KR Bold" pitchFamily="2" charset="-127"/>
                <a:ea typeface="AIA Vitality KR Bold" pitchFamily="2" charset="-127"/>
              </a:defRPr>
            </a:lvl1pPr>
            <a:lvl2pPr marL="457211" indent="0">
              <a:buNone/>
              <a:defRPr/>
            </a:lvl2pPr>
          </a:lstStyle>
          <a:p>
            <a:pPr lvl="0"/>
            <a:r>
              <a:rPr lang="ko-KR" altLang="en-US"/>
              <a:t>타이틀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BF6DEB15-516B-C0C2-AC94-86357BD15FD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2499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81FE507-A595-AF73-51EC-BD988C8D66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6748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084E073-5143-DBDE-2AB2-5E6F7ABA50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60996" y="1112043"/>
            <a:ext cx="2925000" cy="3502800"/>
          </a:xfrm>
        </p:spPr>
        <p:txBody>
          <a:bodyPr lIns="90000">
            <a:noAutofit/>
          </a:bodyPr>
          <a:lstStyle>
            <a:lvl1pPr marL="285757" marR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  <a:sym typeface="Wingdings" pitchFamily="2" charset="2"/>
              </a:defRPr>
            </a:lvl1pPr>
            <a:lvl2pPr marL="742969" indent="-285757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sz="1401"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2pPr>
            <a:lvl3pPr marL="1143029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3pPr>
            <a:lvl4pPr marL="1600241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4pPr>
            <a:lvl5pPr marL="2057452" indent="-228606">
              <a:lnSpc>
                <a:spcPct val="100000"/>
              </a:lnSpc>
              <a:spcBef>
                <a:spcPts val="1200"/>
              </a:spcBef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defRPr b="0" i="0">
                <a:latin typeface="Spoqa Han Sans Neo" panose="020B0500000000000000" pitchFamily="34" charset="-128"/>
                <a:ea typeface="Spoqa Han Sans Neo" panose="020B0500000000000000" pitchFamily="34" charset="-128"/>
              </a:defRPr>
            </a:lvl5pPr>
          </a:lstStyle>
          <a:p>
            <a:pPr marL="285757" marR="0" lvl="0" indent="-285757" algn="l" defTabSz="9144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25000"/>
              <a:buFont typeface="Courier New" panose="02070309020205020404" pitchFamily="49" charset="0"/>
              <a:buChar char="o"/>
              <a:tabLst/>
              <a:defRPr/>
            </a:pPr>
            <a:r>
              <a:rPr lang="ko-KR" altLang="en-US"/>
              <a:t>본문은 여기에 작성하세요</a:t>
            </a:r>
            <a:r>
              <a:rPr lang="en-US" altLang="ko-KR"/>
              <a:t> </a:t>
            </a:r>
          </a:p>
          <a:p>
            <a:pPr lvl="1"/>
            <a:r>
              <a:rPr lang="ko-KR" altLang="en-US"/>
              <a:t>본문 </a:t>
            </a:r>
            <a:r>
              <a:rPr lang="en-US" altLang="ko-KR"/>
              <a:t>2nd </a:t>
            </a:r>
            <a:r>
              <a:rPr lang="ko-KR" altLang="en-US"/>
              <a:t>레벨 </a:t>
            </a:r>
            <a:endParaRPr lang="en-GB"/>
          </a:p>
          <a:p>
            <a:pPr lvl="2"/>
            <a:r>
              <a:rPr lang="ko-KR" altLang="en-US"/>
              <a:t>본문 </a:t>
            </a:r>
            <a:r>
              <a:rPr lang="en-US" altLang="ko-KR"/>
              <a:t>3rd</a:t>
            </a:r>
            <a:r>
              <a:rPr lang="ko-KR" altLang="en-US"/>
              <a:t> 레벨</a:t>
            </a:r>
            <a:endParaRPr lang="en-GB"/>
          </a:p>
          <a:p>
            <a:pPr lvl="3"/>
            <a:r>
              <a:rPr lang="ko-KR" altLang="en-US"/>
              <a:t>본문 </a:t>
            </a:r>
            <a:r>
              <a:rPr lang="en-US" altLang="ko-KR"/>
              <a:t>4th</a:t>
            </a:r>
            <a:r>
              <a:rPr lang="ko-KR" altLang="en-US"/>
              <a:t> 레벨</a:t>
            </a:r>
            <a:endParaRPr lang="en-GB"/>
          </a:p>
          <a:p>
            <a:pPr lvl="4"/>
            <a:r>
              <a:rPr lang="ko-KR" altLang="en-US"/>
              <a:t>본문 </a:t>
            </a:r>
            <a:r>
              <a:rPr lang="en-US" altLang="ko-KR"/>
              <a:t>5th </a:t>
            </a:r>
            <a:r>
              <a:rPr lang="ko-KR" altLang="en-US"/>
              <a:t>레벨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959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IA_Section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AF6B96-A12F-1945-8D91-2097D3B334A6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6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298D650-E8F3-4545-ABF5-903E2FF5D0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2499" y="1980000"/>
            <a:ext cx="4095000" cy="1800000"/>
          </a:xfrm>
          <a:prstGeom prst="rect">
            <a:avLst/>
          </a:prstGeom>
          <a:noFill/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3900">
                <a:solidFill>
                  <a:schemeClr val="bg1"/>
                </a:solidFill>
              </a:defRPr>
            </a:lvl1pPr>
            <a:lvl2pPr marL="371475" indent="0">
              <a:buNone/>
              <a:defRPr/>
            </a:lvl2pPr>
          </a:lstStyle>
          <a:p>
            <a:pPr lvl="0"/>
            <a:r>
              <a:rPr lang="en-US"/>
              <a:t>Section </a:t>
            </a:r>
            <a:br>
              <a:rPr lang="en-US"/>
            </a:br>
            <a:r>
              <a:rPr lang="en-US"/>
              <a:t>header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2ABAF11-BD0B-7542-94F0-2129DC9E9C5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65180"/>
          <a:stretch/>
        </p:blipFill>
        <p:spPr>
          <a:xfrm>
            <a:off x="0" y="2160000"/>
            <a:ext cx="9906000" cy="469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99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6106E65-026A-4C46-AFB0-85C3E7848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500" y="540001"/>
            <a:ext cx="9321000" cy="10212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07E24A-2FF5-4246-BEF6-082A61118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2500" y="1800001"/>
            <a:ext cx="9321000" cy="33641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FEDD73-913A-A14E-9158-0586EE3B58B5}"/>
              </a:ext>
            </a:extLst>
          </p:cNvPr>
          <p:cNvSpPr txBox="1"/>
          <p:nvPr userDrawn="1"/>
        </p:nvSpPr>
        <p:spPr>
          <a:xfrm>
            <a:off x="631441" y="6773358"/>
            <a:ext cx="4387500" cy="8758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en-GB" sz="569" b="0" i="0">
                <a:solidFill>
                  <a:schemeClr val="tx1"/>
                </a:solidFill>
                <a:latin typeface="+mn-lt"/>
                <a:ea typeface="MS PGothic" pitchFamily="34" charset="-128"/>
                <a:cs typeface="Arial" panose="020B0604020202020204" pitchFamily="34" charset="0"/>
              </a:rPr>
              <a:t>AIA confidential and proprietary information. Not for distribution. </a:t>
            </a:r>
            <a:endParaRPr lang="en-US" sz="569" b="0" i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CFE34-B57E-58FB-D820-6F147899736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6763291"/>
            <a:ext cx="597198" cy="87588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569">
                <a:solidFill>
                  <a:srgbClr val="000000"/>
                </a:solidFill>
                <a:latin typeface="+mn-lt"/>
                <a:cs typeface="Calibri" panose="020F0502020204030204" pitchFamily="34" charset="0"/>
              </a:rPr>
              <a:t>[AIA – INTERNAL]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302241-9B49-4B69-4E45-D8DBDCB42187}"/>
              </a:ext>
            </a:extLst>
          </p:cNvPr>
          <p:cNvSpPr txBox="1"/>
          <p:nvPr userDrawn="1"/>
        </p:nvSpPr>
        <p:spPr>
          <a:xfrm>
            <a:off x="9557954" y="6562556"/>
            <a:ext cx="283267" cy="189259"/>
          </a:xfrm>
          <a:prstGeom prst="rect">
            <a:avLst/>
          </a:prstGeom>
          <a:noFill/>
        </p:spPr>
        <p:txBody>
          <a:bodyPr wrap="square" lIns="73125" tIns="38025" rIns="73125" bIns="38025" rtlCol="0">
            <a:spAutoFit/>
          </a:bodyPr>
          <a:lstStyle/>
          <a:p>
            <a:pPr algn="r"/>
            <a:fld id="{6FE44530-26CC-4F42-A475-9489E3A0E8D7}" type="slidenum">
              <a:rPr lang="en-US" sz="73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  <a:sym typeface="+mn-lt"/>
              </a:rPr>
              <a:pPr algn="r"/>
              <a:t>‹#›</a:t>
            </a:fld>
            <a:endParaRPr lang="en-US" sz="731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1568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22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3" r:id="rId11"/>
    <p:sldLayoutId id="2147483724" r:id="rId12"/>
  </p:sldLayoutIdLst>
  <p:hf hdr="0" ftr="0" dt="0"/>
  <p:txStyles>
    <p:titleStyle>
      <a:lvl1pPr algn="l" defTabSz="742950" rtl="0" eaLnBrk="1" latinLnBrk="0" hangingPunct="1">
        <a:spcBef>
          <a:spcPct val="0"/>
        </a:spcBef>
        <a:buNone/>
        <a:defRPr sz="3900" b="0" kern="1200" cap="none" normalizeH="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3647" indent="-232172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28688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•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00163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–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671638" indent="-185738" algn="l" defTabSz="742950" rtl="0" eaLnBrk="1" latinLnBrk="0" hangingPunct="1">
        <a:lnSpc>
          <a:spcPct val="100000"/>
        </a:lnSpc>
        <a:spcBef>
          <a:spcPts val="975"/>
        </a:spcBef>
        <a:buFont typeface="Arial" panose="020B0604020202020204" pitchFamily="34" charset="0"/>
        <a:buChar char="»"/>
        <a:defRPr sz="1138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043113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88">
          <p15:clr>
            <a:srgbClr val="F26B43"/>
          </p15:clr>
        </p15:guide>
        <p15:guide id="2" pos="744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tom.aia.biz/wiki/spaces/PSAM/pages/245584834/01+09+RAG-WM+04.+%EB%8B%A4%EC%A4%91+%EB%B2%A1%ED%84%B0+%EB%B0%8F+%ED%82%A4%EC%9B%8C%EB%93%9C+%EA%B2%80%EC%83%89+%EA%B2%B0%ED%95%A9%EC%9D%84+%ED%86%B5%ED%95%9C+%EA%B2%80%EC%83%89+%EA%B3%A0%EB%8F%84%ED%99%94+%EC%84%B1%EB%8A%A5+%EB%B6%84%EC%84%9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atom.aia.biz/wiki/spaces/PSAM/pages/245585342/ragas+%ED%94%84%EB%A0%88%EC%9E%84%EC%9B%8C%ED%81%AC" TargetMode="External"/><Relationship Id="rId4" Type="http://schemas.openxmlformats.org/officeDocument/2006/relationships/hyperlink" Target="https://atom.aia.biz/wiki/spaces/PSAM/pages/245592198/01+09+RAG-WM+05.+Rerank+%EC%84%B1%EB%8A%A5+%EC%B6%94%EA%B0%80+%ED%85%8C%EC%8A%A4%ED%8A%B8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akr.sharepoint.com/:x:/r/sites/AICSRAssistantLiveChat/Shared%20Documents/02%20%EC%88%98%ED%96%89%EC%82%AC/99.%20%EC%97%85%EB%AC%B4%EB%B3%84/05.GenAI/05.%EB%8D%B0%EC%9D%B4%ED%84%B0%EC%85%8B/%EB%8B%B5%EB%B3%80DataSet/@Backup/%EB%8B%B5%EB%B3%80_%EC%84%B8%EB%B6%84%ED%99%94%20%ED%95%AD%EB%AA%A9%20%EB%8D%B0%EC%9D%B4%ED%84%B0%EC%85%8B%20%EA%B5%AC%EC%B6%95%EA%B0%80%EC%9D%B4%EB%93%9C_260107.xlsx?d=w1e05eee1b8074a4ca21a0c975ee6858a&amp;csf=1&amp;web=1&amp;e=UFZS5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aiakr.sharepoint.com/:x:/r/sites/AICSRAssistantLiveChat/Shared%20Documents/02%20%EC%88%98%ED%96%89%EC%82%AC/99.%20%EC%97%85%EB%AC%B4%EB%B3%84/05.GenAI/05.%EB%8D%B0%EC%9D%B4%ED%84%B0%EC%85%8B/%EB%8B%B5%EB%B3%80DataSet/@Backup/%EC%9A%94%EC%95%BD_%EC%84%B8%EB%B6%84%ED%99%94%20%ED%95%AD%EB%AA%A9%20%EB%8D%B0%EC%9D%B4%ED%84%B0%EC%85%8B%20%EA%B5%AC%EC%B6%95%EA%B0%80%EC%9D%B4%EB%93%9C_260107.xlsx?d=w0cf0fff97bfa40e9b1f34158f8bbd8d3&amp;csf=1&amp;web=1&amp;e=GxSQXe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AF964-0950-4EF1-9974-B5A105659B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914423">
              <a:defRPr/>
            </a:pPr>
            <a:fld id="{18A41853-EF22-D446-BDBC-A7CF3FE93503}" type="slidenum">
              <a:rPr lang="en-US">
                <a:solidFill>
                  <a:srgbClr val="333C47"/>
                </a:solidFill>
              </a:rPr>
              <a:pPr defTabSz="914423">
                <a:defRPr/>
              </a:pPr>
              <a:t>1</a:t>
            </a:fld>
            <a:endParaRPr lang="en-US" dirty="0">
              <a:solidFill>
                <a:srgbClr val="333C47"/>
              </a:solidFill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20AF2F-2C58-4AF9-9EA0-0A221A960D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34366" y="1373997"/>
            <a:ext cx="7975888" cy="1772802"/>
          </a:xfrm>
        </p:spPr>
        <p:txBody>
          <a:bodyPr/>
          <a:lstStyle/>
          <a:p>
            <a:r>
              <a:rPr lang="ko-KR" altLang="en-US" dirty="0">
                <a:solidFill>
                  <a:srgbClr val="000000"/>
                </a:solidFill>
                <a:latin typeface="+mj-lt"/>
              </a:rPr>
              <a:t>제목</a:t>
            </a:r>
            <a:r>
              <a:rPr lang="en-US" altLang="ko-KR" dirty="0">
                <a:solidFill>
                  <a:srgbClr val="000000"/>
                </a:solidFill>
                <a:latin typeface="+mj-lt"/>
              </a:rPr>
              <a:t> </a:t>
            </a:r>
          </a:p>
          <a:p>
            <a:r>
              <a:rPr lang="ko-KR" altLang="en-US" sz="2400" dirty="0">
                <a:solidFill>
                  <a:srgbClr val="000000"/>
                </a:solidFill>
                <a:latin typeface="+mj-lt"/>
              </a:rPr>
              <a:t>주제</a:t>
            </a:r>
            <a:r>
              <a:rPr lang="en-US" altLang="ko-KR" sz="2400" dirty="0">
                <a:solidFill>
                  <a:srgbClr val="000000"/>
                </a:solidFill>
                <a:latin typeface="+mj-lt"/>
              </a:rPr>
              <a:t>…</a:t>
            </a: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endParaRPr lang="en-US" altLang="ko-KR" dirty="0">
              <a:solidFill>
                <a:srgbClr val="000000"/>
              </a:solidFill>
              <a:latin typeface="+mj-lt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+mj-lt"/>
              </a:rPr>
              <a:t>  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FD4C46E-8DE8-AE60-9E01-B3AC5D498568}"/>
              </a:ext>
            </a:extLst>
          </p:cNvPr>
          <p:cNvSpPr txBox="1"/>
          <p:nvPr/>
        </p:nvSpPr>
        <p:spPr>
          <a:xfrm>
            <a:off x="1213685" y="3983730"/>
            <a:ext cx="4418873" cy="30790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buFont typeface="Wingdings" pitchFamily="2" charset="2"/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1300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r"/>
            <a:r>
              <a:rPr lang="en-US" altLang="ko-KR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2026.04.08 (</a:t>
            </a:r>
            <a:r>
              <a:rPr lang="ko-KR" altLang="en-US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</a:t>
            </a:r>
            <a:r>
              <a:rPr lang="en-US" altLang="ko-KR" sz="140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40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8942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6EBC163-0FFD-A7C9-27D8-16C5531982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0"/>
            <a:ext cx="0" cy="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5CCE68-93D0-D84C-963A-BABAFD8F8D1B}"/>
              </a:ext>
            </a:extLst>
          </p:cNvPr>
          <p:cNvSpPr txBox="1"/>
          <p:nvPr/>
        </p:nvSpPr>
        <p:spPr>
          <a:xfrm>
            <a:off x="5276040" y="2058446"/>
            <a:ext cx="431454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AutoNum type="romanUcPeriod"/>
            </a:pPr>
            <a: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GenAI</a:t>
            </a:r>
            <a:b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품질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평가 방법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2.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품질 지표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3.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품질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</a:rPr>
              <a:t>향상 방안</a:t>
            </a: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endParaRPr lang="en-US" altLang="ko-KR" sz="2400" dirty="0">
              <a:latin typeface="AIA Vitality KR Bold" panose="00000800000000000000" pitchFamily="2" charset="-127"/>
              <a:ea typeface="AIA Vitality KR Bold" panose="000008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r>
              <a:rPr lang="ko-KR" altLang="en-US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진행 현황</a:t>
            </a:r>
            <a:br>
              <a:rPr lang="en-US" altLang="ko-KR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1.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답변 수용도 품질 향상</a:t>
            </a:r>
            <a:b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</a:br>
            <a:r>
              <a:rPr lang="en-US" altLang="ko-KR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2. </a:t>
            </a:r>
            <a:r>
              <a:rPr lang="ko-KR" altLang="en-US" dirty="0">
                <a:latin typeface="AIA 바이탈리티 KR Regular" panose="00000500000000000000" pitchFamily="2" charset="-127"/>
                <a:ea typeface="AIA 바이탈리티 KR Regular" panose="00000500000000000000" pitchFamily="2" charset="-127"/>
                <a:cs typeface="Arial" panose="020B0604020202020204" pitchFamily="34" charset="0"/>
              </a:rPr>
              <a:t>요약 품질 향상</a:t>
            </a: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endParaRPr lang="en-US" altLang="ko-KR" dirty="0">
              <a:latin typeface="AIA 바이탈리티 KR Regular" panose="00000500000000000000" pitchFamily="2" charset="-127"/>
              <a:ea typeface="AIA 바이탈리티 KR Regular" panose="00000500000000000000" pitchFamily="2" charset="-127"/>
              <a:cs typeface="Arial" panose="020B0604020202020204" pitchFamily="34" charset="0"/>
            </a:endParaRPr>
          </a:p>
          <a:p>
            <a:pPr marL="400050" indent="-400050">
              <a:buAutoNum type="romanUcPeriod"/>
            </a:pPr>
            <a:r>
              <a:rPr lang="ko-KR" altLang="en-US" sz="2400" dirty="0">
                <a:latin typeface="AIA Vitality KR Bold" panose="00000800000000000000" pitchFamily="2" charset="-127"/>
                <a:ea typeface="AIA Vitality KR Bold" panose="00000800000000000000" pitchFamily="2" charset="-127"/>
                <a:cs typeface="Arial" panose="020B0604020202020204" pitchFamily="34" charset="0"/>
              </a:rPr>
              <a:t>지원 요청 사항</a:t>
            </a:r>
            <a:endParaRPr lang="en-US" altLang="ko-KR" sz="2400" dirty="0">
              <a:latin typeface="AIA Vitality KR Bold" panose="00000800000000000000" pitchFamily="2" charset="-127"/>
              <a:ea typeface="AIA Vitality KR Bold" panose="00000800000000000000" pitchFamily="2" charset="-12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6D4FCA9-9FC9-DDD3-255F-2B3FA65B02A8}"/>
              </a:ext>
            </a:extLst>
          </p:cNvPr>
          <p:cNvSpPr/>
          <p:nvPr/>
        </p:nvSpPr>
        <p:spPr>
          <a:xfrm>
            <a:off x="0" y="0"/>
            <a:ext cx="313870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3">
            <a:extLst>
              <a:ext uri="{FF2B5EF4-FFF2-40B4-BE49-F238E27FC236}">
                <a16:creationId xmlns:a16="http://schemas.microsoft.com/office/drawing/2014/main" id="{66C861A9-8E7B-1C1D-D33A-B02FAD497A01}"/>
              </a:ext>
            </a:extLst>
          </p:cNvPr>
          <p:cNvPicPr>
            <a:picLocks noChangeAspect="1"/>
          </p:cNvPicPr>
          <p:nvPr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26370" b="31414"/>
          <a:stretch/>
        </p:blipFill>
        <p:spPr>
          <a:xfrm>
            <a:off x="0" y="3021874"/>
            <a:ext cx="3138709" cy="383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501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A2D24-A23E-2008-2F81-CFF8EDB4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977597-8992-C965-914A-D70DEFB66B1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I. Gen AI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57DDF77E-BCEC-82AD-DB83-4BBAC2A90F45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품질 평가 방법 </a:t>
            </a:r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: </a:t>
            </a:r>
            <a:r>
              <a:rPr lang="en-US" altLang="ko-KR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RAGAS</a:t>
            </a:r>
            <a:r>
              <a:rPr lang="ko-KR" altLang="en-US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와</a:t>
            </a:r>
            <a:r>
              <a:rPr lang="en-US" altLang="ko-KR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 LLM Judge </a:t>
            </a:r>
            <a:r>
              <a:rPr lang="ko-KR" altLang="en-US" sz="12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비교표</a:t>
            </a:r>
          </a:p>
          <a:p>
            <a:endParaRPr lang="ko-KR" altLang="en-US" sz="1400" b="1" dirty="0">
              <a:latin typeface="AIA 바이탈리티 KR Bold" panose="00000800000000000000" pitchFamily="2" charset="-127"/>
              <a:ea typeface="AIA 바이탈리티 KR Bold" panose="00000800000000000000" pitchFamily="2" charset="-127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F2E6A05-B130-D1D7-EA01-5356B73BD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353150"/>
              </p:ext>
            </p:extLst>
          </p:nvPr>
        </p:nvGraphicFramePr>
        <p:xfrm>
          <a:off x="414941" y="1384761"/>
          <a:ext cx="9074151" cy="486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7647">
                  <a:extLst>
                    <a:ext uri="{9D8B030D-6E8A-4147-A177-3AD203B41FA5}">
                      <a16:colId xmlns:a16="http://schemas.microsoft.com/office/drawing/2014/main" val="1714474902"/>
                    </a:ext>
                  </a:extLst>
                </a:gridCol>
                <a:gridCol w="3803252">
                  <a:extLst>
                    <a:ext uri="{9D8B030D-6E8A-4147-A177-3AD203B41FA5}">
                      <a16:colId xmlns:a16="http://schemas.microsoft.com/office/drawing/2014/main" val="2372746940"/>
                    </a:ext>
                  </a:extLst>
                </a:gridCol>
                <a:gridCol w="3803252">
                  <a:extLst>
                    <a:ext uri="{9D8B030D-6E8A-4147-A177-3AD203B41FA5}">
                      <a16:colId xmlns:a16="http://schemas.microsoft.com/office/drawing/2014/main" val="3533699463"/>
                    </a:ext>
                  </a:extLst>
                </a:gridCol>
              </a:tblGrid>
              <a:tr h="3356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RAGAS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LLM Judge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 및 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품질을 항목별 점수로 계산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전 과정을 나눠서 각각 얼마나 잘 되었는지를 수치로 계산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사람처럼 답변을 읽고 평가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사람이 답변을 읽고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잘 썼다 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부족하다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 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판단하듯</a:t>
                      </a:r>
                      <a:r>
                        <a:rPr lang="en-US" altLang="ko-KR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LLM</a:t>
                      </a:r>
                      <a:r>
                        <a:rPr lang="ko-KR" altLang="en-US" sz="8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답변을 읽고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003720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목적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시스템이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 잘 되고 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 안되는지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원인을 찾기 위함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답변이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 입장에서 </a:t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괜찮은지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빠르게 판단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64132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정해진 지표 기반의 계산식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미리 정의된 공식과 기준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(Context Recall, Faithfulness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따라 점수 산출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주관적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정성적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판단에 가까움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프롬프트에 따라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자연스럼움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논리성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신뢰도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등을 종합적으로 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67989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전체 파이프라인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“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잘 찾았나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 /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근거를 잘 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썼나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 /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답이 질문에 맞나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?”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답변 하나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질문에 대한 이 답변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괜찮아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?”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77430"/>
                  </a:ext>
                </a:extLst>
              </a:tr>
              <a:tr h="47723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(Retrieval)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강점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필요한 문서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놓쳤는지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(Context Recall),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쓸데없는 문서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  <a:b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많았는지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Context Precision)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수치로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직접적 평가는 어려움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검색이 잘못대도 결과만 보고 대충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‘</a:t>
                      </a:r>
                      <a:r>
                        <a:rPr lang="ko-KR" altLang="en-US" sz="8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별로다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’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라고 판단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67430"/>
                  </a:ext>
                </a:extLst>
              </a:tr>
              <a:tr h="372841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신뢰성 평가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정량적으로 강함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“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없는 말이 얼마나 섞였는지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(Faithfulness)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점수로 계산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가능하지만 감성적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정서적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근거가 있는 것 같아 보인다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수준의 판단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135514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결과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사이의 수치 점수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Faithfulness 0.92, Context Recall 0.87</a:t>
                      </a:r>
                      <a:endParaRPr lang="ko-KR" altLang="en-US" sz="8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점수 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en-US" altLang="ko-KR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Good·Bad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/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코멘트</a:t>
                      </a:r>
                    </a:p>
                    <a:p>
                      <a:pPr algn="l" latinLnBrk="1"/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8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꽤 좋은 답변입니다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.” +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자연어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487686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결과 해석 난이도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약간의 이해 필요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 의미를 한 번은 설명해야 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매우 쉬임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비전문가도 바로 이해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036582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일반인 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“AI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채점 시스템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 채점표처럼 항목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 점수를 매기는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“AI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심사위원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답변을 일고 총평을 내려주는 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0114569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재현성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결과 반복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높음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입력이면 거의 동일한 점수</a:t>
                      </a:r>
                      <a:endParaRPr lang="ko-KR" altLang="en-US" sz="8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낮을 수 있음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답변도 평가할 때마다 점수가 조금 달라질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2851"/>
                  </a:ext>
                </a:extLst>
              </a:tr>
              <a:tr h="357928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주력 수단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단위 품질 추이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보조 수단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중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샘플 점검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591635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대표 활용 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상용 서비스 품질 관리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개선 전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비교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데모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/PoC,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임원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고객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 답변 품질 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802886"/>
                  </a:ext>
                </a:extLst>
              </a:tr>
              <a:tr h="23861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한계점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사람 체감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자연스러움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 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대변하긴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기준이 프롬프트와 </a:t>
                      </a:r>
                      <a:r>
                        <a:rPr lang="en-US" altLang="ko-KR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r>
                        <a:rPr lang="ko-KR" altLang="en-US" sz="8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모델에 의존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713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231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658C6-DB05-34E2-A3CA-59CA3D366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D1B8E5-7CB6-E917-0003-C106FAD617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I. Gen AI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13D6B198-BFBF-288E-A589-5E2061C7DB1E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2.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품질 지표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C548DE3-9730-D692-54C8-8134B9759A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21689"/>
              </p:ext>
            </p:extLst>
          </p:nvPr>
        </p:nvGraphicFramePr>
        <p:xfrm>
          <a:off x="423910" y="1384758"/>
          <a:ext cx="9074151" cy="4791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223">
                  <a:extLst>
                    <a:ext uri="{9D8B030D-6E8A-4147-A177-3AD203B41FA5}">
                      <a16:colId xmlns:a16="http://schemas.microsoft.com/office/drawing/2014/main" val="1714474902"/>
                    </a:ext>
                  </a:extLst>
                </a:gridCol>
                <a:gridCol w="884933">
                  <a:extLst>
                    <a:ext uri="{9D8B030D-6E8A-4147-A177-3AD203B41FA5}">
                      <a16:colId xmlns:a16="http://schemas.microsoft.com/office/drawing/2014/main" val="1293911367"/>
                    </a:ext>
                  </a:extLst>
                </a:gridCol>
                <a:gridCol w="1220452">
                  <a:extLst>
                    <a:ext uri="{9D8B030D-6E8A-4147-A177-3AD203B41FA5}">
                      <a16:colId xmlns:a16="http://schemas.microsoft.com/office/drawing/2014/main" val="2372746940"/>
                    </a:ext>
                  </a:extLst>
                </a:gridCol>
                <a:gridCol w="1838078">
                  <a:extLst>
                    <a:ext uri="{9D8B030D-6E8A-4147-A177-3AD203B41FA5}">
                      <a16:colId xmlns:a16="http://schemas.microsoft.com/office/drawing/2014/main" val="33697222"/>
                    </a:ext>
                  </a:extLst>
                </a:gridCol>
                <a:gridCol w="1734155">
                  <a:extLst>
                    <a:ext uri="{9D8B030D-6E8A-4147-A177-3AD203B41FA5}">
                      <a16:colId xmlns:a16="http://schemas.microsoft.com/office/drawing/2014/main" val="184382775"/>
                    </a:ext>
                  </a:extLst>
                </a:gridCol>
                <a:gridCol w="1734155">
                  <a:extLst>
                    <a:ext uri="{9D8B030D-6E8A-4147-A177-3AD203B41FA5}">
                      <a16:colId xmlns:a16="http://schemas.microsoft.com/office/drawing/2014/main" val="3029513077"/>
                    </a:ext>
                  </a:extLst>
                </a:gridCol>
                <a:gridCol w="767155">
                  <a:extLst>
                    <a:ext uri="{9D8B030D-6E8A-4147-A177-3AD203B41FA5}">
                      <a16:colId xmlns:a16="http://schemas.microsoft.com/office/drawing/2014/main" val="3533699463"/>
                    </a:ext>
                  </a:extLst>
                </a:gridCol>
              </a:tblGrid>
              <a:tr h="30957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지표 중요성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점수가 낮을 때 의미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  <a:b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</a:b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예시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730074">
                <a:tc rowSpan="5"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(GPT-OSS)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Context Recall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질문에 답하는데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필요한 핵심 문서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빠뜨리지 않고 찾았는가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검색이 틀리면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아무리 좋아도 정답을 만들 수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필요한 문서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 못 찾아서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틀린 답 또는 불안전한 답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 </a:t>
                      </a:r>
                      <a:r>
                        <a:rPr lang="ko-KR" altLang="en-US" sz="1000" b="0" i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003720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Context Precision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가져온 문서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중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실제로 도움이 되는 문서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비율이 높은가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쓸데없는 문서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많으면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 헷갈려 엉뚱한 답을 만들 가능성 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많이 가져오지만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노이즈가 많아 답변 품질 저하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764132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신뢰성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Faithfulness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내용이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검색된 문서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근거 안에서만 생성되었는가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환각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(Hallucination)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방지 핵심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그럴듯하지만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사실이 아닌 내용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섞여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0.85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67989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Answer Relevancy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답변이 질문의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의도와 직접적으로 맞는가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질문과 동떨어진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“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엉뚱한 친절함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”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방지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말은 많지만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질문에 정확히 답하지 않음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77430"/>
                  </a:ext>
                </a:extLst>
              </a:tr>
              <a:tr h="730074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dirty="0"/>
                        <a:t>Summarization Score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 텍스트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(STT·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를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핵심만 빠짐없이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왜곡 없이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요약했는가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요약이 부정확하면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의사결정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이관에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 오류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 누락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과도한 축약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의미 왜곡 발생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031800"/>
                  </a:ext>
                </a:extLst>
              </a:tr>
              <a:tr h="73007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 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재질문율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같은 질문을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다시 묻거나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보완 질문을 하는 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사용자가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AI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답변을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못한다는 신호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답변이 불충분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불명확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</a:t>
                      </a:r>
                      <a:b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10% 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이하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135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053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11D5-EC03-5CDF-DB6D-D4CA2BA17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559E77-7825-D67B-8B7C-A9A06BD208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I. Gen AI</a:t>
            </a:r>
            <a:endParaRPr lang="ko-KR" altLang="en-US" dirty="0"/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46BA7415-18B4-003B-6E2F-E32A811181DE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3.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품질 향상 방안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480A600-8832-8A37-081B-2CBC18101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823430"/>
              </p:ext>
            </p:extLst>
          </p:nvPr>
        </p:nvGraphicFramePr>
        <p:xfrm>
          <a:off x="423904" y="1384763"/>
          <a:ext cx="9065528" cy="4830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743">
                  <a:extLst>
                    <a:ext uri="{9D8B030D-6E8A-4147-A177-3AD203B41FA5}">
                      <a16:colId xmlns:a16="http://schemas.microsoft.com/office/drawing/2014/main" val="2634947191"/>
                    </a:ext>
                  </a:extLst>
                </a:gridCol>
                <a:gridCol w="959224">
                  <a:extLst>
                    <a:ext uri="{9D8B030D-6E8A-4147-A177-3AD203B41FA5}">
                      <a16:colId xmlns:a16="http://schemas.microsoft.com/office/drawing/2014/main" val="1293911367"/>
                    </a:ext>
                  </a:extLst>
                </a:gridCol>
                <a:gridCol w="1775011">
                  <a:extLst>
                    <a:ext uri="{9D8B030D-6E8A-4147-A177-3AD203B41FA5}">
                      <a16:colId xmlns:a16="http://schemas.microsoft.com/office/drawing/2014/main" val="33697222"/>
                    </a:ext>
                  </a:extLst>
                </a:gridCol>
                <a:gridCol w="2250142">
                  <a:extLst>
                    <a:ext uri="{9D8B030D-6E8A-4147-A177-3AD203B41FA5}">
                      <a16:colId xmlns:a16="http://schemas.microsoft.com/office/drawing/2014/main" val="184382775"/>
                    </a:ext>
                  </a:extLst>
                </a:gridCol>
                <a:gridCol w="1864658">
                  <a:extLst>
                    <a:ext uri="{9D8B030D-6E8A-4147-A177-3AD203B41FA5}">
                      <a16:colId xmlns:a16="http://schemas.microsoft.com/office/drawing/2014/main" val="1351009638"/>
                    </a:ext>
                  </a:extLst>
                </a:gridCol>
                <a:gridCol w="1788750">
                  <a:extLst>
                    <a:ext uri="{9D8B030D-6E8A-4147-A177-3AD203B41FA5}">
                      <a16:colId xmlns:a16="http://schemas.microsoft.com/office/drawing/2014/main" val="3029513077"/>
                    </a:ext>
                  </a:extLst>
                </a:gridCol>
              </a:tblGrid>
              <a:tr h="329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No.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필요성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핵심 개선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적용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기대효과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전처리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잘못된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구조 없는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데이터는 검색과 답변 품질을 근본적으로 저하시킴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구버전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오류 문서 제거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구조 정제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핵심키워드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 데이터 정제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메타데이터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추출 프롬프트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분류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태깅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중복 문서 탐지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정리된 데이터 기반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 가능한 출발점 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13924"/>
                  </a:ext>
                </a:extLst>
              </a:tr>
              <a:tr h="769649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의도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질문의 목적과 범위를 모르면 검색 대상부터 잘못 설정됨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의도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분류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자동 분류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전 메타필터 자동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의도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 프롬프트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Few-shot / Fine-tuned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 모델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라우팅 로직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아무 데서 찾는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맞는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영역에서 찾는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66556"/>
                  </a:ext>
                </a:extLst>
              </a:tr>
              <a:tr h="769649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검색이 틀리면 어떤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모델을 써도 정답 생성 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기반 검색 전략 분리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Hybrid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리랭커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적용으로 정답 문서 상위화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Hybrid Search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(BM25 + Embedding)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Cross-Encoder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리랭커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(Qwen/BGE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RRF /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전략 분기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잘 찾는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정확히 찾는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003720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기반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그럴듯하지만 사실과 다른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환각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문서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청크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내에서만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생성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부족 시 답변 제한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재질문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유도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질문 유형별 답변 구조 표준화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Evidence-first Prompting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Chain-of-Thought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제어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인용 강제 프롬프트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Safety/Guardrail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그럴듯한 답변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 가능한 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67989"/>
                  </a:ext>
                </a:extLst>
              </a:tr>
              <a:tr h="63382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STT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길고 중복이 많아 핵심 파악이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STT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 핵심 발언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요지 자동 요약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회의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통화 목적별 요약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결론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조치사항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이슈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발화 내용 분류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문의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불만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요청 등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모델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대화단위 요약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(Speaker/Turn)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키포인트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액션아이템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도메인별 요약 템플릿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긴 음성 텍스트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바로 활용 가능한 요약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677430"/>
                  </a:ext>
                </a:extLst>
              </a:tr>
              <a:tr h="498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평가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느낌만으로는 품질 개선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책임 관리 불가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기반 정량 평가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단계별 품질 점수화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평가 프레임워크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배치 평가 파이프라인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지표 로그 수집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느낌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정서적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지표 기반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25833"/>
                  </a:ext>
                </a:extLst>
              </a:tr>
              <a:tr h="5239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운영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안정성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품질은 시간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변화로 자연 저화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KPI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상시 모니터링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재질문율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실패 케이스 자동 수집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의도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전략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대시보드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재학습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재색인 트리거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Human-in-the-Loop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번 잘되는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</a:p>
                    <a:p>
                      <a:pPr algn="l" latinLnBrk="1"/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항상 잘 되는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467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620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B92D7-ECCF-2B9D-E468-4F3FC3FE7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04BEE5-6F17-5E35-B7C6-D413ED5887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진행 현황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11210F14-D735-80DF-94AF-332C09A4321F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답변 수용도 품질 향상 </a:t>
            </a:r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: </a:t>
            </a:r>
            <a:r>
              <a:rPr lang="ko-KR" altLang="en-US" sz="1200" dirty="0" err="1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답변셋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(=</a:t>
            </a:r>
            <a:r>
              <a:rPr lang="ko-KR" altLang="en-US" sz="1200" dirty="0" err="1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골든셋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, 696</a:t>
            </a:r>
            <a:r>
              <a:rPr lang="ko-KR" altLang="en-US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건</a:t>
            </a:r>
            <a:r>
              <a:rPr lang="en-US" altLang="ko-KR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), RAGAS </a:t>
            </a:r>
            <a:r>
              <a:rPr lang="ko-KR" altLang="en-US" sz="1200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평가 지표 기준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BC5912D-09AD-E885-F578-53E1AAB40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795073"/>
              </p:ext>
            </p:extLst>
          </p:nvPr>
        </p:nvGraphicFramePr>
        <p:xfrm>
          <a:off x="423904" y="1375803"/>
          <a:ext cx="9074150" cy="4930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37">
                  <a:extLst>
                    <a:ext uri="{9D8B030D-6E8A-4147-A177-3AD203B41FA5}">
                      <a16:colId xmlns:a16="http://schemas.microsoft.com/office/drawing/2014/main" val="1293911367"/>
                    </a:ext>
                  </a:extLst>
                </a:gridCol>
                <a:gridCol w="950259">
                  <a:extLst>
                    <a:ext uri="{9D8B030D-6E8A-4147-A177-3AD203B41FA5}">
                      <a16:colId xmlns:a16="http://schemas.microsoft.com/office/drawing/2014/main" val="1900214966"/>
                    </a:ext>
                  </a:extLst>
                </a:gridCol>
                <a:gridCol w="788894">
                  <a:extLst>
                    <a:ext uri="{9D8B030D-6E8A-4147-A177-3AD203B41FA5}">
                      <a16:colId xmlns:a16="http://schemas.microsoft.com/office/drawing/2014/main" val="2107021723"/>
                    </a:ext>
                  </a:extLst>
                </a:gridCol>
                <a:gridCol w="788894">
                  <a:extLst>
                    <a:ext uri="{9D8B030D-6E8A-4147-A177-3AD203B41FA5}">
                      <a16:colId xmlns:a16="http://schemas.microsoft.com/office/drawing/2014/main" val="2372746940"/>
                    </a:ext>
                  </a:extLst>
                </a:gridCol>
                <a:gridCol w="2630730">
                  <a:extLst>
                    <a:ext uri="{9D8B030D-6E8A-4147-A177-3AD203B41FA5}">
                      <a16:colId xmlns:a16="http://schemas.microsoft.com/office/drawing/2014/main" val="33697222"/>
                    </a:ext>
                  </a:extLst>
                </a:gridCol>
                <a:gridCol w="2406612">
                  <a:extLst>
                    <a:ext uri="{9D8B030D-6E8A-4147-A177-3AD203B41FA5}">
                      <a16:colId xmlns:a16="http://schemas.microsoft.com/office/drawing/2014/main" val="4283165697"/>
                    </a:ext>
                  </a:extLst>
                </a:gridCol>
                <a:gridCol w="749324">
                  <a:extLst>
                    <a:ext uri="{9D8B030D-6E8A-4147-A177-3AD203B41FA5}">
                      <a16:colId xmlns:a16="http://schemas.microsoft.com/office/drawing/2014/main" val="3029513077"/>
                    </a:ext>
                  </a:extLst>
                </a:gridCol>
              </a:tblGrid>
              <a:tr h="337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세부항목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전주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차주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361802">
                <a:tc rowSpan="2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전처리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필드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업무매뉴얼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메타 추가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13924"/>
                  </a:ext>
                </a:extLst>
              </a:tr>
              <a:tr h="258569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필드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핵심키워드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추출 프롬프트 개선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업무매뉴얼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핵심키워드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필드 값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161197"/>
                  </a:ext>
                </a:extLst>
              </a:tr>
              <a:tr h="391952"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 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73.7%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(511/693)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82.7%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(575/695)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 도메인 시스템 프롬프트 개선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분류요건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연관 키워드 등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개선된 프롬프트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98.4%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66556"/>
                  </a:ext>
                </a:extLst>
              </a:tr>
              <a:tr h="391952">
                <a:tc rowSpan="5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단일 벡터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83.8%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(583/696)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조건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>실험결과 링크</a:t>
                      </a:r>
                      <a:endParaRPr lang="ko-KR" altLang="en-US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98.4%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003720"/>
                  </a:ext>
                </a:extLst>
              </a:tr>
              <a:tr h="391952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멀티 벡터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82.5%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(574/696)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조건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062082"/>
                  </a:ext>
                </a:extLst>
              </a:tr>
              <a:tr h="3919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조건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핵심키워드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9872507"/>
                  </a:ext>
                </a:extLst>
              </a:tr>
              <a:tr h="4497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하이브리드</a:t>
                      </a:r>
                      <a:b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 조건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핵심키워드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도메인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조건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문서명</a:t>
                      </a:r>
                      <a:endParaRPr lang="ko-KR" altLang="en-US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410347"/>
                  </a:ext>
                </a:extLst>
              </a:tr>
              <a:tr h="633153">
                <a:tc vMerge="1"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리랭커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88.4%</a:t>
                      </a:r>
                    </a:p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(614/695)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Top-30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리랭킹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Top-5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추출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TSS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리랭커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>실험결과 링크</a:t>
                      </a: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Qwen3-reranker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리랭커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모델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리랭킹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테스트 진행 예정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매뉴얼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상담스크립트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상품매뉴얼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baseline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98.4%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30326"/>
                  </a:ext>
                </a:extLst>
              </a:tr>
              <a:tr h="5505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근거 기반 답변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적합성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98.4%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1667989"/>
                  </a:ext>
                </a:extLst>
              </a:tr>
              <a:tr h="63315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 평가 체계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프레임워크 설치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4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가지 지표 평가 테스트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1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테스트 </a:t>
                      </a: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 소요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5"/>
                        </a:rPr>
                        <a:t>실험결과 링크</a:t>
                      </a:r>
                      <a:endParaRPr lang="en-US" altLang="ko-KR" sz="9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RAGAS 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스코어 해석 방법론 구축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멀티턴</a:t>
                      </a: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답변 품질평가 및 프롬프트</a:t>
                      </a:r>
                      <a:br>
                        <a:rPr lang="en-US" altLang="ko-KR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9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고도화 </a:t>
                      </a:r>
                      <a:endParaRPr lang="en-US" altLang="ko-KR" sz="9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303D48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-</a:t>
                      </a:r>
                      <a:endParaRPr kumimoji="0" lang="ko-KR" altLang="en-US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303D48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700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7892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3C05-DF28-09A5-8035-7CFE3DD7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16B40D-1A3A-EF12-0FBC-B79244A220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진행 현황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CB765A2B-0A72-87A6-B1FE-F0232D0F19DE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2.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요약 품질 향상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9BB2901-CA5B-247D-41F6-C76BD7B2A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54902"/>
              </p:ext>
            </p:extLst>
          </p:nvPr>
        </p:nvGraphicFramePr>
        <p:xfrm>
          <a:off x="423904" y="1375797"/>
          <a:ext cx="9074150" cy="23559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437">
                  <a:extLst>
                    <a:ext uri="{9D8B030D-6E8A-4147-A177-3AD203B41FA5}">
                      <a16:colId xmlns:a16="http://schemas.microsoft.com/office/drawing/2014/main" val="1293911367"/>
                    </a:ext>
                  </a:extLst>
                </a:gridCol>
                <a:gridCol w="1021977">
                  <a:extLst>
                    <a:ext uri="{9D8B030D-6E8A-4147-A177-3AD203B41FA5}">
                      <a16:colId xmlns:a16="http://schemas.microsoft.com/office/drawing/2014/main" val="1900214966"/>
                    </a:ext>
                  </a:extLst>
                </a:gridCol>
                <a:gridCol w="865094">
                  <a:extLst>
                    <a:ext uri="{9D8B030D-6E8A-4147-A177-3AD203B41FA5}">
                      <a16:colId xmlns:a16="http://schemas.microsoft.com/office/drawing/2014/main" val="2107021723"/>
                    </a:ext>
                  </a:extLst>
                </a:gridCol>
                <a:gridCol w="865094">
                  <a:extLst>
                    <a:ext uri="{9D8B030D-6E8A-4147-A177-3AD203B41FA5}">
                      <a16:colId xmlns:a16="http://schemas.microsoft.com/office/drawing/2014/main" val="2372746940"/>
                    </a:ext>
                  </a:extLst>
                </a:gridCol>
                <a:gridCol w="2406612">
                  <a:extLst>
                    <a:ext uri="{9D8B030D-6E8A-4147-A177-3AD203B41FA5}">
                      <a16:colId xmlns:a16="http://schemas.microsoft.com/office/drawing/2014/main" val="33697222"/>
                    </a:ext>
                  </a:extLst>
                </a:gridCol>
                <a:gridCol w="2406612">
                  <a:extLst>
                    <a:ext uri="{9D8B030D-6E8A-4147-A177-3AD203B41FA5}">
                      <a16:colId xmlns:a16="http://schemas.microsoft.com/office/drawing/2014/main" val="4283165697"/>
                    </a:ext>
                  </a:extLst>
                </a:gridCol>
                <a:gridCol w="749324">
                  <a:extLst>
                    <a:ext uri="{9D8B030D-6E8A-4147-A177-3AD203B41FA5}">
                      <a16:colId xmlns:a16="http://schemas.microsoft.com/office/drawing/2014/main" val="3029513077"/>
                    </a:ext>
                  </a:extLst>
                </a:gridCol>
              </a:tblGrid>
              <a:tr h="356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세부항목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전주</a:t>
                      </a:r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지표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금주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차주 개선 활동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499987">
                <a:tc rowSpan="4"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및 분류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및 분류 기능 개발 진행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및 분류 기능 개발 진행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513924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답변셋</a:t>
                      </a: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준비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및 분류 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답변셋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(300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정제</a:t>
                      </a: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161197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97.8%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1401710"/>
                  </a:ext>
                </a:extLst>
              </a:tr>
              <a:tr h="49998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 품질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4295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97.8%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1032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948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24F04-C27D-9198-E87E-2D568A68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F4104F-3312-1070-56D9-2172C93315D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지원 요청 사항</a:t>
            </a: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957E21A3-FFC2-46CD-9679-7F2314AD4BD4}"/>
              </a:ext>
            </a:extLst>
          </p:cNvPr>
          <p:cNvSpPr txBox="1">
            <a:spLocks/>
          </p:cNvSpPr>
          <p:nvPr/>
        </p:nvSpPr>
        <p:spPr>
          <a:xfrm>
            <a:off x="415280" y="959014"/>
            <a:ext cx="9074150" cy="2880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 defTabSz="685800" rtl="0" eaLnBrk="1" latinLnBrk="0" hangingPunct="1">
              <a:lnSpc>
                <a:spcPts val="1800"/>
              </a:lnSpc>
              <a:spcBef>
                <a:spcPct val="20000"/>
              </a:spcBef>
              <a:buFont typeface="Arial" panose="020B0604020202020204" pitchFamily="34" charset="0"/>
              <a:buNone/>
              <a:defRPr sz="1800" kern="1200">
                <a:solidFill>
                  <a:srgbClr val="D31145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20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05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1. </a:t>
            </a:r>
            <a:r>
              <a:rPr lang="ko-KR" altLang="en-US" sz="1400" b="1" dirty="0">
                <a:latin typeface="AIA 바이탈리티 KR Bold" panose="00000800000000000000" pitchFamily="2" charset="-127"/>
                <a:ea typeface="AIA 바이탈리티 KR Bold" panose="00000800000000000000" pitchFamily="2" charset="-127"/>
              </a:rPr>
              <a:t>지원 요청 사항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36CC794-D474-8CBE-E028-A04E1A13C4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675528"/>
              </p:ext>
            </p:extLst>
          </p:nvPr>
        </p:nvGraphicFramePr>
        <p:xfrm>
          <a:off x="423905" y="1384761"/>
          <a:ext cx="9065525" cy="1591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707">
                  <a:extLst>
                    <a:ext uri="{9D8B030D-6E8A-4147-A177-3AD203B41FA5}">
                      <a16:colId xmlns:a16="http://schemas.microsoft.com/office/drawing/2014/main" val="2634947191"/>
                    </a:ext>
                  </a:extLst>
                </a:gridCol>
                <a:gridCol w="2384612">
                  <a:extLst>
                    <a:ext uri="{9D8B030D-6E8A-4147-A177-3AD203B41FA5}">
                      <a16:colId xmlns:a16="http://schemas.microsoft.com/office/drawing/2014/main" val="1293911367"/>
                    </a:ext>
                  </a:extLst>
                </a:gridCol>
                <a:gridCol w="4446494">
                  <a:extLst>
                    <a:ext uri="{9D8B030D-6E8A-4147-A177-3AD203B41FA5}">
                      <a16:colId xmlns:a16="http://schemas.microsoft.com/office/drawing/2014/main" val="2372746940"/>
                    </a:ext>
                  </a:extLst>
                </a:gridCol>
                <a:gridCol w="1797712">
                  <a:extLst>
                    <a:ext uri="{9D8B030D-6E8A-4147-A177-3AD203B41FA5}">
                      <a16:colId xmlns:a16="http://schemas.microsoft.com/office/drawing/2014/main" val="3533699463"/>
                    </a:ext>
                  </a:extLst>
                </a:gridCol>
              </a:tblGrid>
              <a:tr h="35029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No.</a:t>
                      </a:r>
                      <a:endParaRPr lang="ko-KR" altLang="en-US" sz="1050" b="1" dirty="0">
                        <a:solidFill>
                          <a:schemeClr val="bg1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요청 항목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세부 내용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bg1"/>
                          </a:solidFill>
                          <a:latin typeface="맑은 고딕"/>
                          <a:ea typeface="맑은 고딕"/>
                        </a:rPr>
                        <a:t>가이드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11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1029073"/>
                  </a:ext>
                </a:extLst>
              </a:tr>
              <a:tr h="467062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답변 세분화 항목 데이터셋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멀티턴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답변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(300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예측질의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유도질의 답변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예시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데이터셋은 아님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3"/>
                        </a:rPr>
                        <a:t>가이드 링크</a:t>
                      </a:r>
                      <a:endParaRPr lang="ko-KR" altLang="en-US" sz="10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566556"/>
                  </a:ext>
                </a:extLst>
              </a:tr>
              <a:tr h="774163">
                <a:tc>
                  <a:txBody>
                    <a:bodyPr/>
                    <a:lstStyle/>
                    <a:p>
                      <a:pPr marL="0" indent="0" algn="ctr" latinLnBrk="1">
                        <a:buFont typeface="+mj-lt"/>
                        <a:buNone/>
                      </a:pPr>
                      <a:r>
                        <a:rPr lang="en-US" altLang="ko-KR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ko-KR" altLang="en-US" sz="10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+mj-lt"/>
                        <a:buNone/>
                      </a:pPr>
                      <a:r>
                        <a:rPr lang="ko-KR" altLang="en-US" sz="10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 세분화 항목 데이터셋 추가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이전상담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직전상담 요약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문자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알림톡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이메일상담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현재상담 요약 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(100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민원 상담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개선 상담 요약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(300</a:t>
                      </a:r>
                      <a:r>
                        <a:rPr lang="ko-KR" altLang="en-US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</a:t>
                      </a:r>
                      <a:r>
                        <a:rPr lang="en-US" altLang="ko-KR" sz="10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i="1" u="sng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hlinkClick r:id="rId4"/>
                        </a:rPr>
                        <a:t>가이드 링크</a:t>
                      </a:r>
                      <a:endParaRPr lang="ko-KR" altLang="en-US" sz="1000" b="1" i="1" u="sng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547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709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768E1-F7CC-BDAD-8A23-DCE42F84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6DADB-665A-DB68-636B-2EA1C9440E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484" y="2093130"/>
            <a:ext cx="9257504" cy="1462500"/>
          </a:xfrm>
        </p:spPr>
        <p:txBody>
          <a:bodyPr/>
          <a:lstStyle/>
          <a:p>
            <a:r>
              <a:rPr lang="en-US" sz="45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0838606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IA_2020">
  <a:themeElements>
    <a:clrScheme name="AIA_2020">
      <a:dk1>
        <a:srgbClr val="303D48"/>
      </a:dk1>
      <a:lt1>
        <a:srgbClr val="FFFFFF"/>
      </a:lt1>
      <a:dk2>
        <a:srgbClr val="1F78AD"/>
      </a:dk2>
      <a:lt2>
        <a:srgbClr val="D3CAC3"/>
      </a:lt2>
      <a:accent1>
        <a:srgbClr val="D31145"/>
      </a:accent1>
      <a:accent2>
        <a:srgbClr val="BA0361"/>
      </a:accent2>
      <a:accent3>
        <a:srgbClr val="FF754D"/>
      </a:accent3>
      <a:accent4>
        <a:srgbClr val="F7C926"/>
      </a:accent4>
      <a:accent5>
        <a:srgbClr val="A199BA"/>
      </a:accent5>
      <a:accent6>
        <a:srgbClr val="4C4793"/>
      </a:accent6>
      <a:hlink>
        <a:srgbClr val="4C4793"/>
      </a:hlink>
      <a:folHlink>
        <a:srgbClr val="08456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IA &amp; NGF_BrandStandardsTemplateWithAssets.potx" id="{F40E39B0-4B11-43C5-9621-E293A0F55F0B}" vid="{61492891-AED4-4530-8061-3AEC9F0FCB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4c3f9a0-5056-4c00-a35b-3134cd1a4cd2" xsi:nil="true"/>
    <lcf76f155ced4ddcb4097134ff3c332f xmlns="0b2e2a9b-d400-413c-a501-739911b2d9dd">
      <Terms xmlns="http://schemas.microsoft.com/office/infopath/2007/PartnerControls"/>
    </lcf76f155ced4ddcb4097134ff3c332f>
    <_xac1c__xc218_ xmlns="0b2e2a9b-d400-413c-a501-739911b2d9d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948F029DAC45A4788388BD9E36C8153" ma:contentTypeVersion="13" ma:contentTypeDescription="새 문서를 만듭니다." ma:contentTypeScope="" ma:versionID="bd6b133188bef778d5dd9128f4831f54">
  <xsd:schema xmlns:xsd="http://www.w3.org/2001/XMLSchema" xmlns:xs="http://www.w3.org/2001/XMLSchema" xmlns:p="http://schemas.microsoft.com/office/2006/metadata/properties" xmlns:ns2="0b2e2a9b-d400-413c-a501-739911b2d9dd" xmlns:ns3="34c3f9a0-5056-4c00-a35b-3134cd1a4cd2" targetNamespace="http://schemas.microsoft.com/office/2006/metadata/properties" ma:root="true" ma:fieldsID="db91a73eed5e5a2715c94bead0e1a091" ns2:_="" ns3:_="">
    <xsd:import namespace="0b2e2a9b-d400-413c-a501-739911b2d9dd"/>
    <xsd:import namespace="34c3f9a0-5056-4c00-a35b-3134cd1a4c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_xac1c__xc218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2e2a9b-d400-413c-a501-739911b2d9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4634e366-ae95-41d0-943d-34bceefa30d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xac1c__xc218_" ma:index="20" nillable="true" ma:displayName="개수" ma:format="Dropdown" ma:internalName="_xac1c__xc218_" ma:percentage="FALSE">
      <xsd:simpleType>
        <xsd:restriction base="dms:Number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c3f9a0-5056-4c00-a35b-3134cd1a4cd2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66b1615-df83-4062-95e3-cd8cd0c2883e}" ma:internalName="TaxCatchAll" ma:showField="CatchAllData" ma:web="34c3f9a0-5056-4c00-a35b-3134cd1a4c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2CE381A-9322-46FC-835E-842E471E87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D01F7D9-7730-4D4D-9744-614E8BFE32FB}">
  <ds:schemaRefs>
    <ds:schemaRef ds:uri="0b2e2a9b-d400-413c-a501-739911b2d9dd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34c3f9a0-5056-4c00-a35b-3134cd1a4cd2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BD7E591-DDF9-4F7A-B8FE-6B37E67636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b2e2a9b-d400-413c-a501-739911b2d9dd"/>
    <ds:schemaRef ds:uri="34c3f9a0-5056-4c00-a35b-3134cd1a4c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3032</TotalTime>
  <Words>1669</Words>
  <Application>Microsoft Office PowerPoint</Application>
  <PresentationFormat>A4 용지(210x297mm)</PresentationFormat>
  <Paragraphs>315</Paragraphs>
  <Slides>9</Slides>
  <Notes>5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AIA Vitality KR Bold</vt:lpstr>
      <vt:lpstr>AIA 바이탈리티 KR Bold</vt:lpstr>
      <vt:lpstr>AIA 바이탈리티 KR Regular</vt:lpstr>
      <vt:lpstr>KoPub돋움체_Pro Medium</vt:lpstr>
      <vt:lpstr>Spoqa Han Sans Neo</vt:lpstr>
      <vt:lpstr>맑은 고딕</vt:lpstr>
      <vt:lpstr>Arial</vt:lpstr>
      <vt:lpstr>Calibri</vt:lpstr>
      <vt:lpstr>Courier New</vt:lpstr>
      <vt:lpstr>Wingdings</vt:lpstr>
      <vt:lpstr>AIA_2020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신동운</dc:creator>
  <cp:lastModifiedBy>최기정 Kijung Choi</cp:lastModifiedBy>
  <cp:revision>70</cp:revision>
  <dcterms:created xsi:type="dcterms:W3CDTF">2023-07-14T05:31:08Z</dcterms:created>
  <dcterms:modified xsi:type="dcterms:W3CDTF">2026-04-02T01:24:37Z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0x010100E948F029DAC45A4788388BD9E36C8153</vt:lpwstr>
  </property>
  <property fmtid="{D5CDD505-2E9C-101B-9397-08002B2CF9AE}" pid="3" name="MediaServiceImageTags">
    <vt:lpwstr/>
  </property>
  <property fmtid="{D5CDD505-2E9C-101B-9397-08002B2CF9AE}" pid="4" name="MSIP_Label_7ce0ae7d-b8fe-44ed-a8f3-b165aaa704f8_Enabled">
    <vt:lpwstr>true</vt:lpwstr>
  </property>
  <property fmtid="{D5CDD505-2E9C-101B-9397-08002B2CF9AE}" pid="5" name="MSIP_Label_7ce0ae7d-b8fe-44ed-a8f3-b165aaa704f8_SetDate">
    <vt:lpwstr>2025-02-21T06:40:26Z</vt:lpwstr>
  </property>
  <property fmtid="{D5CDD505-2E9C-101B-9397-08002B2CF9AE}" pid="6" name="MSIP_Label_7ce0ae7d-b8fe-44ed-a8f3-b165aaa704f8_Method">
    <vt:lpwstr>Standard</vt:lpwstr>
  </property>
  <property fmtid="{D5CDD505-2E9C-101B-9397-08002B2CF9AE}" pid="7" name="MSIP_Label_7ce0ae7d-b8fe-44ed-a8f3-b165aaa704f8_Name">
    <vt:lpwstr>Restricted</vt:lpwstr>
  </property>
  <property fmtid="{D5CDD505-2E9C-101B-9397-08002B2CF9AE}" pid="8" name="MSIP_Label_7ce0ae7d-b8fe-44ed-a8f3-b165aaa704f8_SiteId">
    <vt:lpwstr>7f2c1900-9fd4-4b89-91d3-79a649996f0a</vt:lpwstr>
  </property>
  <property fmtid="{D5CDD505-2E9C-101B-9397-08002B2CF9AE}" pid="9" name="MSIP_Label_7ce0ae7d-b8fe-44ed-a8f3-b165aaa704f8_ActionId">
    <vt:lpwstr>3b3182fc-9ced-44db-ad91-3c390605822a</vt:lpwstr>
  </property>
  <property fmtid="{D5CDD505-2E9C-101B-9397-08002B2CF9AE}" pid="10" name="MSIP_Label_7ce0ae7d-b8fe-44ed-a8f3-b165aaa704f8_ContentBits">
    <vt:lpwstr>2</vt:lpwstr>
  </property>
  <property fmtid="{D5CDD505-2E9C-101B-9397-08002B2CF9AE}" pid="11" name="ClassificationContentMarkingFooterLocations">
    <vt:lpwstr>Office 테마:12</vt:lpwstr>
  </property>
  <property fmtid="{D5CDD505-2E9C-101B-9397-08002B2CF9AE}" pid="12" name="ClassificationContentMarkingFooterText">
    <vt:lpwstr>[AIA - INTERNAL]</vt:lpwstr>
  </property>
  <property fmtid="{D5CDD505-2E9C-101B-9397-08002B2CF9AE}" pid="13" name="FDRClass">
    <vt:lpwstr>0</vt:lpwstr>
  </property>
  <property fmtid="{D5CDD505-2E9C-101B-9397-08002B2CF9AE}" pid="14" name="FDRSet">
    <vt:lpwstr>manual</vt:lpwstr>
  </property>
  <property fmtid="{D5CDD505-2E9C-101B-9397-08002B2CF9AE}" pid="15" name="MSIP_Label_7ce0ae7d-b8fe-44ed-a8f3-b165aaa704f8_Tag">
    <vt:lpwstr>10, 3, 0, 2</vt:lpwstr>
  </property>
</Properties>
</file>